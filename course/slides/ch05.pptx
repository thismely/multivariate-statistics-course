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theme/theme3.xml" ContentType="application/vnd.openxmlformats-officedocument.theme+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theme/theme4.xml" ContentType="application/vnd.openxmlformats-officedocument.theme+xml"/>
  <Override PartName="/ppt/theme/theme5.xml" ContentType="application/vnd.openxmlformats-officedocument.theme+xml"/>
  <Override PartName="/ppt/notesSlides/notesSlide1.xml" ContentType="application/vnd.openxmlformats-officedocument.presentationml.notesSlide+xml"/>
  <Override PartName="/ppt/comments/comment1.xml" ContentType="application/vnd.openxmlformats-officedocument.presentationml.comments+xml"/>
  <Override PartName="/ppt/tags/tag2.xml" ContentType="application/vnd.openxmlformats-officedocument.presentationml.tags+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tags/tag3.xml" ContentType="application/vnd.openxmlformats-officedocument.presentationml.tags+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tags/tag4.xml" ContentType="application/vnd.openxmlformats-officedocument.presentationml.tags+xml"/>
  <Override PartName="/ppt/notesSlides/notesSlide16.xml" ContentType="application/vnd.openxmlformats-officedocument.presentationml.notesSlide+xml"/>
  <Override PartName="/ppt/tags/tag5.xml" ContentType="application/vnd.openxmlformats-officedocument.presentationml.tags+xml"/>
  <Override PartName="/ppt/notesSlides/notesSlide17.xml" ContentType="application/vnd.openxmlformats-officedocument.presentationml.notesSlide+xml"/>
  <Override PartName="/ppt/tags/tag6.xml" ContentType="application/vnd.openxmlformats-officedocument.presentationml.tags+xml"/>
  <Override PartName="/ppt/notesSlides/notesSlide18.xml" ContentType="application/vnd.openxmlformats-officedocument.presentationml.notesSlide+xml"/>
  <Override PartName="/ppt/tags/tag7.xml" ContentType="application/vnd.openxmlformats-officedocument.presentationml.tags+xml"/>
  <Override PartName="/ppt/notesSlides/notesSlide19.xml" ContentType="application/vnd.openxmlformats-officedocument.presentationml.notesSlide+xml"/>
  <Override PartName="/ppt/tags/tag8.xml" ContentType="application/vnd.openxmlformats-officedocument.presentationml.tags+xml"/>
  <Override PartName="/ppt/notesSlides/notesSlide20.xml" ContentType="application/vnd.openxmlformats-officedocument.presentationml.notesSlide+xml"/>
  <Override PartName="/ppt/tags/tag9.xml" ContentType="application/vnd.openxmlformats-officedocument.presentationml.tags+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tags/tag10.xml" ContentType="application/vnd.openxmlformats-officedocument.presentationml.tags+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tags/tag11.xml" ContentType="application/vnd.openxmlformats-officedocument.presentationml.tags+xml"/>
  <Override PartName="/ppt/tags/tag12.xml" ContentType="application/vnd.openxmlformats-officedocument.presentationml.tags+xml"/>
  <Override PartName="/ppt/notesSlides/notesSlide28.xml" ContentType="application/vnd.openxmlformats-officedocument.presentationml.notesSlide+xml"/>
  <Override PartName="/ppt/tags/tag13.xml" ContentType="application/vnd.openxmlformats-officedocument.presentationml.tags+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tags/tag14.xml" ContentType="application/vnd.openxmlformats-officedocument.presentationml.tags+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tags/tag15.xml" ContentType="application/vnd.openxmlformats-officedocument.presentationml.tags+xml"/>
  <Override PartName="/ppt/notesSlides/notesSlide49.xml" ContentType="application/vnd.openxmlformats-officedocument.presentationml.notesSlide+xml"/>
  <Override PartName="/ppt/tags/tag16.xml" ContentType="application/vnd.openxmlformats-officedocument.presentationml.tags+xml"/>
  <Override PartName="/ppt/tags/tag17.xml" ContentType="application/vnd.openxmlformats-officedocument.presentationml.tags+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comments/comment2.xml" ContentType="application/vnd.openxmlformats-officedocument.presentationml.comment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0" r:id="rId2"/>
    <p:sldMasterId id="2147483671" r:id="rId3"/>
    <p:sldMasterId id="2147483683" r:id="rId4"/>
  </p:sldMasterIdLst>
  <p:notesMasterIdLst>
    <p:notesMasterId r:id="rId56"/>
  </p:notesMasterIdLst>
  <p:sldIdLst>
    <p:sldId id="297" r:id="rId5"/>
    <p:sldId id="432" r:id="rId6"/>
    <p:sldId id="500" r:id="rId7"/>
    <p:sldId id="370" r:id="rId8"/>
    <p:sldId id="372" r:id="rId9"/>
    <p:sldId id="388" r:id="rId10"/>
    <p:sldId id="433" r:id="rId11"/>
    <p:sldId id="434" r:id="rId12"/>
    <p:sldId id="437" r:id="rId13"/>
    <p:sldId id="438" r:id="rId14"/>
    <p:sldId id="439" r:id="rId15"/>
    <p:sldId id="440" r:id="rId16"/>
    <p:sldId id="441" r:id="rId17"/>
    <p:sldId id="442" r:id="rId18"/>
    <p:sldId id="443" r:id="rId19"/>
    <p:sldId id="445" r:id="rId20"/>
    <p:sldId id="444" r:id="rId21"/>
    <p:sldId id="446" r:id="rId22"/>
    <p:sldId id="447" r:id="rId23"/>
    <p:sldId id="448" r:id="rId24"/>
    <p:sldId id="449" r:id="rId25"/>
    <p:sldId id="450" r:id="rId26"/>
    <p:sldId id="452" r:id="rId27"/>
    <p:sldId id="454" r:id="rId28"/>
    <p:sldId id="453" r:id="rId29"/>
    <p:sldId id="455" r:id="rId30"/>
    <p:sldId id="456" r:id="rId31"/>
    <p:sldId id="457" r:id="rId32"/>
    <p:sldId id="458" r:id="rId33"/>
    <p:sldId id="459" r:id="rId34"/>
    <p:sldId id="460" r:id="rId35"/>
    <p:sldId id="461" r:id="rId36"/>
    <p:sldId id="462" r:id="rId37"/>
    <p:sldId id="463" r:id="rId38"/>
    <p:sldId id="464" r:id="rId39"/>
    <p:sldId id="482" r:id="rId40"/>
    <p:sldId id="483" r:id="rId41"/>
    <p:sldId id="484" r:id="rId42"/>
    <p:sldId id="486" r:id="rId43"/>
    <p:sldId id="487" r:id="rId44"/>
    <p:sldId id="488" r:id="rId45"/>
    <p:sldId id="490" r:id="rId46"/>
    <p:sldId id="491" r:id="rId47"/>
    <p:sldId id="492" r:id="rId48"/>
    <p:sldId id="493" r:id="rId49"/>
    <p:sldId id="494" r:id="rId50"/>
    <p:sldId id="495" r:id="rId51"/>
    <p:sldId id="496" r:id="rId52"/>
    <p:sldId id="497" r:id="rId53"/>
    <p:sldId id="498" r:id="rId54"/>
    <p:sldId id="407" r:id="rId55"/>
  </p:sldIdLst>
  <p:sldSz cx="12192000" cy="6858000"/>
  <p:notesSz cx="9777413" cy="6646863"/>
  <p:custDataLst>
    <p:tags r:id="rId57"/>
  </p:custDataLst>
  <p:defaultTextStyle>
    <a:defPPr>
      <a:defRPr lang="zh-CN"/>
    </a:defPPr>
    <a:lvl1pPr marL="0" lvl="0" indent="0" algn="l" defTabSz="914400" eaLnBrk="1" fontAlgn="base" latinLnBrk="0" hangingPunct="1">
      <a:lnSpc>
        <a:spcPct val="100000"/>
      </a:lnSpc>
      <a:spcBef>
        <a:spcPct val="0"/>
      </a:spcBef>
      <a:spcAft>
        <a:spcPct val="0"/>
      </a:spcAft>
      <a:buClr>
        <a:srgbClr val="000000"/>
      </a:buClr>
      <a:buFont typeface="Arial" panose="020B0604020202020204" pitchFamily="34" charset="0"/>
      <a:defRPr sz="1800" kern="1200" baseline="0">
        <a:solidFill>
          <a:schemeClr val="tx1"/>
        </a:solidFill>
      </a:defRPr>
    </a:lvl1pPr>
    <a:lvl2pPr marL="457200" lvl="1" indent="0" algn="l" defTabSz="914400" eaLnBrk="1" fontAlgn="base" latinLnBrk="0" hangingPunct="1">
      <a:lnSpc>
        <a:spcPct val="100000"/>
      </a:lnSpc>
      <a:spcBef>
        <a:spcPct val="0"/>
      </a:spcBef>
      <a:spcAft>
        <a:spcPct val="0"/>
      </a:spcAft>
      <a:buClr>
        <a:srgbClr val="000000"/>
      </a:buClr>
      <a:buFont typeface="Arial" panose="020B0604020202020204" pitchFamily="34" charset="0"/>
      <a:defRPr sz="1800" kern="1200" baseline="0">
        <a:solidFill>
          <a:schemeClr val="tx1"/>
        </a:solidFill>
      </a:defRPr>
    </a:lvl2pPr>
    <a:lvl3pPr marL="914400" lvl="2" indent="0" algn="l" defTabSz="914400" eaLnBrk="1" fontAlgn="base" latinLnBrk="0" hangingPunct="1">
      <a:lnSpc>
        <a:spcPct val="100000"/>
      </a:lnSpc>
      <a:spcBef>
        <a:spcPct val="0"/>
      </a:spcBef>
      <a:spcAft>
        <a:spcPct val="0"/>
      </a:spcAft>
      <a:buClr>
        <a:srgbClr val="000000"/>
      </a:buClr>
      <a:buFont typeface="Arial" panose="020B0604020202020204" pitchFamily="34" charset="0"/>
      <a:defRPr sz="1800" kern="1200" baseline="0">
        <a:solidFill>
          <a:schemeClr val="tx1"/>
        </a:solidFill>
      </a:defRPr>
    </a:lvl3pPr>
    <a:lvl4pPr marL="1371600" lvl="3" indent="0" algn="l" defTabSz="914400" eaLnBrk="1" fontAlgn="base" latinLnBrk="0" hangingPunct="1">
      <a:lnSpc>
        <a:spcPct val="100000"/>
      </a:lnSpc>
      <a:spcBef>
        <a:spcPct val="0"/>
      </a:spcBef>
      <a:spcAft>
        <a:spcPct val="0"/>
      </a:spcAft>
      <a:buClr>
        <a:srgbClr val="000000"/>
      </a:buClr>
      <a:buFont typeface="Arial" panose="020B0604020202020204" pitchFamily="34" charset="0"/>
      <a:defRPr sz="1800" kern="1200" baseline="0">
        <a:solidFill>
          <a:schemeClr val="tx1"/>
        </a:solidFill>
      </a:defRPr>
    </a:lvl4pPr>
    <a:lvl5pPr marL="1828800" lvl="4" indent="0" algn="l" defTabSz="914400" eaLnBrk="1" fontAlgn="base" latinLnBrk="0" hangingPunct="1">
      <a:lnSpc>
        <a:spcPct val="100000"/>
      </a:lnSpc>
      <a:spcBef>
        <a:spcPct val="0"/>
      </a:spcBef>
      <a:spcAft>
        <a:spcPct val="0"/>
      </a:spcAft>
      <a:buClr>
        <a:srgbClr val="000000"/>
      </a:buClr>
      <a:buFont typeface="Arial" panose="020B0604020202020204" pitchFamily="34" charset="0"/>
      <a:defRPr sz="1800" kern="1200" baseline="0">
        <a:solidFill>
          <a:schemeClr val="tx1"/>
        </a:solidFill>
      </a:defRPr>
    </a:lvl5pPr>
    <a:lvl6pPr marL="2286000" lvl="5" indent="0" algn="l" defTabSz="914400" eaLnBrk="1" fontAlgn="base" latinLnBrk="0" hangingPunct="1">
      <a:lnSpc>
        <a:spcPct val="100000"/>
      </a:lnSpc>
      <a:spcBef>
        <a:spcPct val="0"/>
      </a:spcBef>
      <a:spcAft>
        <a:spcPct val="0"/>
      </a:spcAft>
      <a:buClr>
        <a:srgbClr val="000000"/>
      </a:buClr>
      <a:buFont typeface="Arial" panose="020B0604020202020204" pitchFamily="34" charset="0"/>
      <a:defRPr sz="1800" kern="1200" baseline="0">
        <a:solidFill>
          <a:schemeClr val="tx1"/>
        </a:solidFill>
      </a:defRPr>
    </a:lvl6pPr>
    <a:lvl7pPr marL="2743200" lvl="6" indent="0" algn="l" defTabSz="914400" eaLnBrk="1" fontAlgn="base" latinLnBrk="0" hangingPunct="1">
      <a:lnSpc>
        <a:spcPct val="100000"/>
      </a:lnSpc>
      <a:spcBef>
        <a:spcPct val="0"/>
      </a:spcBef>
      <a:spcAft>
        <a:spcPct val="0"/>
      </a:spcAft>
      <a:buClr>
        <a:srgbClr val="000000"/>
      </a:buClr>
      <a:buFont typeface="Arial" panose="020B0604020202020204" pitchFamily="34" charset="0"/>
      <a:defRPr sz="1800" kern="1200" baseline="0">
        <a:solidFill>
          <a:schemeClr val="tx1"/>
        </a:solidFill>
      </a:defRPr>
    </a:lvl7pPr>
    <a:lvl8pPr marL="3200400" lvl="7" indent="0" algn="l" defTabSz="914400" eaLnBrk="1" fontAlgn="base" latinLnBrk="0" hangingPunct="1">
      <a:lnSpc>
        <a:spcPct val="100000"/>
      </a:lnSpc>
      <a:spcBef>
        <a:spcPct val="0"/>
      </a:spcBef>
      <a:spcAft>
        <a:spcPct val="0"/>
      </a:spcAft>
      <a:buClr>
        <a:srgbClr val="000000"/>
      </a:buClr>
      <a:buFont typeface="Arial" panose="020B0604020202020204" pitchFamily="34" charset="0"/>
      <a:defRPr sz="1800" kern="1200" baseline="0">
        <a:solidFill>
          <a:schemeClr val="tx1"/>
        </a:solidFill>
      </a:defRPr>
    </a:lvl8pPr>
    <a:lvl9pPr marL="3657600" lvl="8" indent="0" algn="l" defTabSz="914400" eaLnBrk="1" fontAlgn="base" latinLnBrk="0" hangingPunct="1">
      <a:lnSpc>
        <a:spcPct val="100000"/>
      </a:lnSpc>
      <a:spcBef>
        <a:spcPct val="0"/>
      </a:spcBef>
      <a:spcAft>
        <a:spcPct val="0"/>
      </a:spcAft>
      <a:buClr>
        <a:srgbClr val="000000"/>
      </a:buClr>
      <a:buFont typeface="Arial" panose="020B0604020202020204" pitchFamily="34" charset="0"/>
      <a:defRPr sz="1800" kern="1200" baseline="0">
        <a:solidFill>
          <a:schemeClr val="tx1"/>
        </a:solidFill>
      </a:defRPr>
    </a:lvl9pPr>
  </p:defaultTextStyle>
  <p:extLst>
    <p:ext uri="{521415D9-36F7-43E2-AB2F-B90AF26B5E84}">
      <p14:sectionLst xmlns:p14="http://schemas.microsoft.com/office/powerpoint/2010/main">
        <p14:section name="默认节" id="{33DF3B17-A065-47B3-A172-DC5982F3E9F4}">
          <p14:sldIdLst>
            <p14:sldId id="297"/>
            <p14:sldId id="432"/>
            <p14:sldId id="500"/>
            <p14:sldId id="370"/>
            <p14:sldId id="372"/>
            <p14:sldId id="388"/>
            <p14:sldId id="433"/>
            <p14:sldId id="434"/>
            <p14:sldId id="437"/>
            <p14:sldId id="438"/>
            <p14:sldId id="439"/>
            <p14:sldId id="440"/>
            <p14:sldId id="441"/>
            <p14:sldId id="442"/>
            <p14:sldId id="443"/>
            <p14:sldId id="445"/>
            <p14:sldId id="444"/>
            <p14:sldId id="446"/>
            <p14:sldId id="447"/>
            <p14:sldId id="448"/>
            <p14:sldId id="449"/>
            <p14:sldId id="450"/>
            <p14:sldId id="452"/>
            <p14:sldId id="454"/>
            <p14:sldId id="453"/>
            <p14:sldId id="455"/>
            <p14:sldId id="456"/>
            <p14:sldId id="457"/>
            <p14:sldId id="458"/>
            <p14:sldId id="459"/>
            <p14:sldId id="460"/>
            <p14:sldId id="461"/>
            <p14:sldId id="462"/>
            <p14:sldId id="463"/>
            <p14:sldId id="464"/>
            <p14:sldId id="482"/>
            <p14:sldId id="483"/>
            <p14:sldId id="484"/>
            <p14:sldId id="486"/>
            <p14:sldId id="487"/>
            <p14:sldId id="488"/>
            <p14:sldId id="490"/>
            <p14:sldId id="491"/>
            <p14:sldId id="492"/>
            <p14:sldId id="493"/>
            <p14:sldId id="494"/>
            <p14:sldId id="495"/>
            <p14:sldId id="496"/>
            <p14:sldId id="497"/>
            <p14:sldId id="498"/>
            <p14:sldId id="407"/>
          </p14:sldIdLst>
        </p14:section>
        <p14:section name="无标题节" id="{33F6ABA1-F5C6-4F78-97CC-498E8A87B3A1}">
          <p14:sldIdLst/>
        </p14:section>
      </p14:sectionLst>
    </p:ex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15:guide id="1" orient="horz" pos="2093">
          <p15:clr>
            <a:srgbClr val="A4A3A4"/>
          </p15:clr>
        </p15:guide>
        <p15:guide id="2" pos="3079">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a" initials="a" lastIdx="1" clrIdx="0"/>
</p:cmAuthorLst>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srgbClr val="FF0000"/>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53EC"/>
    <a:srgbClr val="3399FF"/>
    <a:srgbClr val="66CC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3009"/>
    <p:restoredTop sz="94719"/>
  </p:normalViewPr>
  <p:slideViewPr>
    <p:cSldViewPr showGuides="1">
      <p:cViewPr varScale="1">
        <p:scale>
          <a:sx n="148" d="100"/>
          <a:sy n="148" d="100"/>
        </p:scale>
        <p:origin x="1016" y="192"/>
      </p:cViewPr>
      <p:guideLst>
        <p:guide orient="horz" pos="2160"/>
        <p:guide pos="3840"/>
      </p:guideLst>
    </p:cSldViewPr>
  </p:slideViewPr>
  <p:notesTextViewPr>
    <p:cViewPr>
      <p:scale>
        <a:sx n="1" d="1"/>
        <a:sy n="1" d="1"/>
      </p:scale>
      <p:origin x="0" y="0"/>
    </p:cViewPr>
  </p:notesTextViewPr>
  <p:notesViewPr>
    <p:cSldViewPr>
      <p:cViewPr varScale="1">
        <p:scale>
          <a:sx n="74" d="100"/>
          <a:sy n="74" d="100"/>
        </p:scale>
        <p:origin x="-1740" y="-96"/>
      </p:cViewPr>
      <p:guideLst>
        <p:guide orient="horz" pos="2093"/>
        <p:guide pos="3079"/>
      </p:guideLst>
    </p:cSldViewPr>
  </p:notesViewPr>
  <p:gridSpacing cx="72005" cy="72005"/>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slide" Target="slides/slide43.xml"/><Relationship Id="rId50" Type="http://schemas.openxmlformats.org/officeDocument/2006/relationships/slide" Target="slides/slide46.xml"/><Relationship Id="rId55" Type="http://schemas.openxmlformats.org/officeDocument/2006/relationships/slide" Target="slides/slide51.xml"/><Relationship Id="rId7" Type="http://schemas.openxmlformats.org/officeDocument/2006/relationships/slide" Target="slides/slide3.xml"/><Relationship Id="rId2" Type="http://schemas.openxmlformats.org/officeDocument/2006/relationships/slideMaster" Target="slideMasters/slideMaster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openxmlformats.org/officeDocument/2006/relationships/slide" Target="slides/slide49.xml"/><Relationship Id="rId58" Type="http://schemas.openxmlformats.org/officeDocument/2006/relationships/commentAuthors" Target="commentAuthors.xml"/><Relationship Id="rId5" Type="http://schemas.openxmlformats.org/officeDocument/2006/relationships/slide" Target="slides/slide1.xml"/><Relationship Id="rId61" Type="http://schemas.openxmlformats.org/officeDocument/2006/relationships/theme" Target="theme/theme1.xml"/><Relationship Id="rId19" Type="http://schemas.openxmlformats.org/officeDocument/2006/relationships/slide" Target="slides/slide1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56" Type="http://schemas.openxmlformats.org/officeDocument/2006/relationships/notesMaster" Target="notesMasters/notesMaster1.xml"/><Relationship Id="rId8" Type="http://schemas.openxmlformats.org/officeDocument/2006/relationships/slide" Target="slides/slide4.xml"/><Relationship Id="rId51" Type="http://schemas.openxmlformats.org/officeDocument/2006/relationships/slide" Target="slides/slide47.xml"/><Relationship Id="rId3" Type="http://schemas.openxmlformats.org/officeDocument/2006/relationships/slideMaster" Target="slideMasters/slideMaster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59" Type="http://schemas.openxmlformats.org/officeDocument/2006/relationships/presProps" Target="presProps.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slide" Target="slides/slide50.xml"/><Relationship Id="rId62"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tags" Target="tags/tag1.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slide" Target="slides/slide48.xml"/><Relationship Id="rId60" Type="http://schemas.openxmlformats.org/officeDocument/2006/relationships/viewProps" Target="viewProps.xml"/><Relationship Id="rId4" Type="http://schemas.openxmlformats.org/officeDocument/2006/relationships/slideMaster" Target="slideMasters/slideMaster4.xml"/><Relationship Id="rId9" Type="http://schemas.openxmlformats.org/officeDocument/2006/relationships/slide" Target="slides/slide5.xml"/></Relationships>
</file>

<file path=ppt/comments/comment1.xml><?xml version="1.0" encoding="utf-8"?>
<p:cmLst xmlns:a="http://schemas.openxmlformats.org/drawingml/2006/main" xmlns:r="http://schemas.openxmlformats.org/officeDocument/2006/relationships" xmlns:p="http://schemas.openxmlformats.org/presentationml/2006/main">
  <p:cm authorId="1" dt="2016-09-13T11:31:55.013" idx="1">
    <p:pos x="8236" y="324"/>
    <p:text>vcbvc </p:text>
  </p:cm>
</p:cmLst>
</file>

<file path=ppt/comments/comment2.xml><?xml version="1.0" encoding="utf-8"?>
<p:cmLst xmlns:a="http://schemas.openxmlformats.org/drawingml/2006/main" xmlns:r="http://schemas.openxmlformats.org/officeDocument/2006/relationships" xmlns:p="http://schemas.openxmlformats.org/presentationml/2006/main">
  <p:cm authorId="1" dt="2016-09-13T11:31:55.013" idx="1">
    <p:pos x="8236" y="324"/>
    <p:text>vcbvc </p:text>
  </p:cm>
</p:cmLst>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4237038" cy="331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5538788" y="0"/>
            <a:ext cx="4237037" cy="331788"/>
          </a:xfrm>
          <a:prstGeom prst="rect">
            <a:avLst/>
          </a:prstGeom>
        </p:spPr>
        <p:txBody>
          <a:bodyPr vert="horz" lIns="91440" tIns="45720" rIns="91440" bIns="45720" rtlCol="0"/>
          <a:lstStyle>
            <a:lvl1pPr algn="r">
              <a:defRPr sz="1200"/>
            </a:lvl1pPr>
          </a:lstStyle>
          <a:p>
            <a:fld id="{7420083E-81BB-47B6-A5A8-7E66F018ED25}" type="datetimeFigureOut">
              <a:rPr lang="zh-CN" altLang="en-US" smtClean="0"/>
              <a:t>2025/3/5</a:t>
            </a:fld>
            <a:endParaRPr lang="zh-CN" altLang="en-US"/>
          </a:p>
        </p:txBody>
      </p:sp>
      <p:sp>
        <p:nvSpPr>
          <p:cNvPr id="4" name="幻灯片图像占位符 3"/>
          <p:cNvSpPr>
            <a:spLocks noGrp="1" noRot="1" noChangeAspect="1"/>
          </p:cNvSpPr>
          <p:nvPr>
            <p:ph type="sldImg" idx="2"/>
          </p:nvPr>
        </p:nvSpPr>
        <p:spPr>
          <a:xfrm>
            <a:off x="2673350" y="498475"/>
            <a:ext cx="4432300" cy="2492375"/>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977900" y="3157538"/>
            <a:ext cx="7821613" cy="2990850"/>
          </a:xfrm>
          <a:prstGeom prst="rect">
            <a:avLst/>
          </a:prstGeom>
        </p:spPr>
        <p:txBody>
          <a:bodyPr vert="horz" lIns="91440" tIns="45720" rIns="91440" bIns="45720" rtlCol="0"/>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6313488"/>
            <a:ext cx="4237038" cy="331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5538788" y="6313488"/>
            <a:ext cx="4237037" cy="331787"/>
          </a:xfrm>
          <a:prstGeom prst="rect">
            <a:avLst/>
          </a:prstGeom>
        </p:spPr>
        <p:txBody>
          <a:bodyPr vert="horz" lIns="91440" tIns="45720" rIns="91440" bIns="45720" rtlCol="0" anchor="b"/>
          <a:lstStyle>
            <a:lvl1pPr algn="r">
              <a:defRPr sz="1200"/>
            </a:lvl1pPr>
          </a:lstStyle>
          <a:p>
            <a:fld id="{B0F81C39-FF66-43F5-843B-82186B1B6E47}" type="slidenum">
              <a:rPr lang="zh-CN" altLang="en-US" smtClean="0"/>
              <a:t>‹#›</a:t>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灯片编号占位符 2"/>
          <p:cNvSpPr>
            <a:spLocks noGrp="1"/>
          </p:cNvSpPr>
          <p:nvPr>
            <p:ph type="sldNum" sz="quarter" idx="5"/>
          </p:nvPr>
        </p:nvSpPr>
        <p:spPr/>
        <p:txBody>
          <a:bodyPr/>
          <a:lstStyle/>
          <a:p>
            <a:pPr lvl="0" algn="r"/>
            <a:fld id="{9A0DB2DC-4C9A-4742-B13C-FB6460FD3503}" type="slidenum">
              <a:rPr lang="zh-CN" altLang="en-US" dirty="0">
                <a:ea typeface="宋体" panose="02010600030101010101" pitchFamily="2" charset="-122"/>
              </a:rPr>
              <a:t>1</a:t>
            </a:fld>
            <a:endParaRPr lang="zh-CN" altLang="en-US" sz="1200" dirty="0">
              <a:ea typeface="宋体" panose="02010600030101010101" pitchFamily="2" charset="-122"/>
            </a:endParaRPr>
          </a:p>
        </p:txBody>
      </p:sp>
      <p:sp>
        <p:nvSpPr>
          <p:cNvPr id="4" name="文本占位符 3"/>
          <p:cNvSpPr>
            <a:spLocks noGrp="1"/>
          </p:cNvSpPr>
          <p:nvPr>
            <p:ph type="body" sz="quarter"/>
          </p:nvPr>
        </p:nvSpPr>
        <p:spPr>
          <a:xfrm>
            <a:off x="943864" y="2857982"/>
            <a:ext cx="7550911" cy="2338349"/>
          </a:xfrm>
          <a:prstGeom prst="rect">
            <a:avLst/>
          </a:prstGeom>
        </p:spPr>
        <p:txBody>
          <a:bodyPr/>
          <a:lstStyle/>
          <a:p>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灯片编号占位符 2"/>
          <p:cNvSpPr>
            <a:spLocks noGrp="1"/>
          </p:cNvSpPr>
          <p:nvPr>
            <p:ph type="sldNum" sz="quarter" idx="5"/>
          </p:nvPr>
        </p:nvSpPr>
        <p:spPr/>
        <p:txBody>
          <a:bodyPr/>
          <a:lstStyle/>
          <a:p>
            <a:pPr lvl="0" algn="r"/>
            <a:fld id="{9A0DB2DC-4C9A-4742-B13C-FB6460FD3503}" type="slidenum">
              <a:rPr lang="zh-CN" altLang="en-US" dirty="0">
                <a:ea typeface="宋体" panose="02010600030101010101" pitchFamily="2" charset="-122"/>
              </a:rPr>
              <a:t>2</a:t>
            </a:fld>
            <a:endParaRPr lang="zh-CN" altLang="en-US" sz="1200" dirty="0">
              <a:ea typeface="宋体" panose="02010600030101010101" pitchFamily="2" charset="-122"/>
            </a:endParaRPr>
          </a:p>
        </p:txBody>
      </p:sp>
      <p:sp>
        <p:nvSpPr>
          <p:cNvPr id="4" name="文本占位符 3"/>
          <p:cNvSpPr>
            <a:spLocks noGrp="1"/>
          </p:cNvSpPr>
          <p:nvPr>
            <p:ph type="body" sz="quarter"/>
          </p:nvPr>
        </p:nvSpPr>
        <p:spPr>
          <a:xfrm>
            <a:off x="977773" y="3198955"/>
            <a:ext cx="7822184" cy="2617327"/>
          </a:xfrm>
          <a:prstGeom prst="rect">
            <a:avLst/>
          </a:prstGeom>
        </p:spPr>
        <p:txBody>
          <a:bodyPr/>
          <a:lstStyle/>
          <a:p>
            <a:endParaRPr lang="en-US" altLang="zh-CN"/>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灯片编号占位符 2"/>
          <p:cNvSpPr>
            <a:spLocks noGrp="1"/>
          </p:cNvSpPr>
          <p:nvPr>
            <p:ph type="sldNum" sz="quarter" idx="5"/>
          </p:nvPr>
        </p:nvSpPr>
        <p:spPr/>
        <p:txBody>
          <a:bodyPr/>
          <a:lstStyle/>
          <a:p>
            <a:pPr lvl="0" algn="r"/>
            <a:fld id="{9A0DB2DC-4C9A-4742-B13C-FB6460FD3503}" type="slidenum">
              <a:rPr lang="zh-CN" altLang="en-US" dirty="0">
                <a:ea typeface="宋体" panose="02010600030101010101" pitchFamily="2" charset="-122"/>
              </a:rPr>
              <a:t>3</a:t>
            </a:fld>
            <a:endParaRPr lang="zh-CN" altLang="en-US" sz="1200" dirty="0">
              <a:ea typeface="宋体" panose="02010600030101010101" pitchFamily="2" charset="-122"/>
            </a:endParaRPr>
          </a:p>
        </p:txBody>
      </p:sp>
      <p:sp>
        <p:nvSpPr>
          <p:cNvPr id="4" name="文本占位符 3"/>
          <p:cNvSpPr>
            <a:spLocks noGrp="1"/>
          </p:cNvSpPr>
          <p:nvPr>
            <p:ph type="body" sz="quarter"/>
          </p:nvPr>
        </p:nvSpPr>
        <p:spPr>
          <a:xfrm>
            <a:off x="977773" y="3198955"/>
            <a:ext cx="7822184" cy="2617327"/>
          </a:xfrm>
          <a:prstGeom prst="rect">
            <a:avLst/>
          </a:prstGeom>
        </p:spPr>
        <p:txBody>
          <a:bodyPr/>
          <a:lstStyle/>
          <a:p>
            <a:endParaRPr lang="en-US" altLang="zh-CN"/>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灯片编号占位符 2"/>
          <p:cNvSpPr>
            <a:spLocks noGrp="1"/>
          </p:cNvSpPr>
          <p:nvPr>
            <p:ph type="sldNum" sz="quarter" idx="5"/>
          </p:nvPr>
        </p:nvSpPr>
        <p:spPr/>
        <p:txBody>
          <a:bodyPr/>
          <a:lstStyle/>
          <a:p>
            <a:pPr lvl="0" algn="r"/>
            <a:fld id="{9A0DB2DC-4C9A-4742-B13C-FB6460FD3503}" type="slidenum">
              <a:rPr lang="zh-CN" altLang="en-US" dirty="0">
                <a:ea typeface="宋体" panose="02010600030101010101" pitchFamily="2" charset="-122"/>
              </a:rPr>
              <a:t>4</a:t>
            </a:fld>
            <a:endParaRPr lang="zh-CN" altLang="en-US" sz="1200" dirty="0">
              <a:ea typeface="宋体" panose="02010600030101010101" pitchFamily="2" charset="-122"/>
            </a:endParaRPr>
          </a:p>
        </p:txBody>
      </p:sp>
      <p:sp>
        <p:nvSpPr>
          <p:cNvPr id="4" name="文本占位符 3"/>
          <p:cNvSpPr>
            <a:spLocks noGrp="1"/>
          </p:cNvSpPr>
          <p:nvPr>
            <p:ph type="body" sz="quarter"/>
          </p:nvPr>
        </p:nvSpPr>
        <p:spPr>
          <a:xfrm>
            <a:off x="977773" y="3198955"/>
            <a:ext cx="7822184" cy="2617327"/>
          </a:xfrm>
          <a:prstGeom prst="rect">
            <a:avLst/>
          </a:prstGeom>
        </p:spPr>
        <p:txBody>
          <a:bodyPr/>
          <a:lstStyle/>
          <a:p>
            <a:endParaRPr lang="en-US" altLang="zh-CN"/>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灯片编号占位符 2"/>
          <p:cNvSpPr>
            <a:spLocks noGrp="1"/>
          </p:cNvSpPr>
          <p:nvPr>
            <p:ph type="sldNum" sz="quarter" idx="5"/>
          </p:nvPr>
        </p:nvSpPr>
        <p:spPr/>
        <p:txBody>
          <a:bodyPr/>
          <a:lstStyle/>
          <a:p>
            <a:pPr lvl="0" algn="r"/>
            <a:fld id="{9A0DB2DC-4C9A-4742-B13C-FB6460FD3503}" type="slidenum">
              <a:rPr lang="zh-CN" altLang="en-US" dirty="0">
                <a:ea typeface="宋体" panose="02010600030101010101" pitchFamily="2" charset="-122"/>
              </a:rPr>
              <a:t>5</a:t>
            </a:fld>
            <a:endParaRPr lang="zh-CN" altLang="en-US" sz="1200" dirty="0">
              <a:ea typeface="宋体" panose="02010600030101010101" pitchFamily="2" charset="-122"/>
            </a:endParaRPr>
          </a:p>
        </p:txBody>
      </p:sp>
      <p:sp>
        <p:nvSpPr>
          <p:cNvPr id="4" name="文本占位符 3"/>
          <p:cNvSpPr>
            <a:spLocks noGrp="1"/>
          </p:cNvSpPr>
          <p:nvPr>
            <p:ph type="body" sz="quarter"/>
          </p:nvPr>
        </p:nvSpPr>
        <p:spPr>
          <a:xfrm>
            <a:off x="977773" y="3198955"/>
            <a:ext cx="7822184" cy="2617327"/>
          </a:xfrm>
          <a:prstGeom prst="rect">
            <a:avLst/>
          </a:prstGeom>
        </p:spPr>
        <p:txBody>
          <a:bodyPr/>
          <a:lstStyle/>
          <a:p>
            <a:endParaRPr lang="en-US" altLang="zh-CN"/>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灯片编号占位符 2"/>
          <p:cNvSpPr>
            <a:spLocks noGrp="1"/>
          </p:cNvSpPr>
          <p:nvPr>
            <p:ph type="sldNum" sz="quarter" idx="5"/>
          </p:nvPr>
        </p:nvSpPr>
        <p:spPr/>
        <p:txBody>
          <a:bodyPr/>
          <a:lstStyle/>
          <a:p>
            <a:pPr lvl="0" algn="r"/>
            <a:fld id="{9A0DB2DC-4C9A-4742-B13C-FB6460FD3503}" type="slidenum">
              <a:rPr lang="zh-CN" altLang="en-US" dirty="0">
                <a:ea typeface="宋体" panose="02010600030101010101" pitchFamily="2" charset="-122"/>
              </a:rPr>
              <a:t>6</a:t>
            </a:fld>
            <a:endParaRPr lang="zh-CN" altLang="en-US" sz="1200" dirty="0">
              <a:ea typeface="宋体" panose="02010600030101010101" pitchFamily="2" charset="-122"/>
            </a:endParaRPr>
          </a:p>
        </p:txBody>
      </p:sp>
      <p:sp>
        <p:nvSpPr>
          <p:cNvPr id="4" name="文本占位符 3"/>
          <p:cNvSpPr>
            <a:spLocks noGrp="1"/>
          </p:cNvSpPr>
          <p:nvPr>
            <p:ph type="body" sz="quarter"/>
          </p:nvPr>
        </p:nvSpPr>
        <p:spPr>
          <a:xfrm>
            <a:off x="977773" y="3198955"/>
            <a:ext cx="7822184" cy="2617327"/>
          </a:xfrm>
          <a:prstGeom prst="rect">
            <a:avLst/>
          </a:prstGeom>
        </p:spPr>
        <p:txBody>
          <a:bodyPr/>
          <a:lstStyle/>
          <a:p>
            <a:endParaRPr lang="en-US" altLang="zh-CN"/>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灯片编号占位符 2"/>
          <p:cNvSpPr>
            <a:spLocks noGrp="1"/>
          </p:cNvSpPr>
          <p:nvPr>
            <p:ph type="sldNum" sz="quarter" idx="5"/>
          </p:nvPr>
        </p:nvSpPr>
        <p:spPr/>
        <p:txBody>
          <a:bodyPr/>
          <a:lstStyle/>
          <a:p>
            <a:pPr lvl="0" algn="r"/>
            <a:fld id="{9A0DB2DC-4C9A-4742-B13C-FB6460FD3503}" type="slidenum">
              <a:rPr lang="zh-CN" altLang="en-US" dirty="0">
                <a:ea typeface="宋体" panose="02010600030101010101" pitchFamily="2" charset="-122"/>
              </a:rPr>
              <a:t>7</a:t>
            </a:fld>
            <a:endParaRPr lang="zh-CN" altLang="en-US" sz="1200" dirty="0">
              <a:ea typeface="宋体" panose="02010600030101010101" pitchFamily="2" charset="-122"/>
            </a:endParaRPr>
          </a:p>
        </p:txBody>
      </p:sp>
      <p:sp>
        <p:nvSpPr>
          <p:cNvPr id="4" name="文本占位符 3"/>
          <p:cNvSpPr>
            <a:spLocks noGrp="1"/>
          </p:cNvSpPr>
          <p:nvPr>
            <p:ph type="body" sz="quarter"/>
          </p:nvPr>
        </p:nvSpPr>
        <p:spPr>
          <a:xfrm>
            <a:off x="977773" y="3198955"/>
            <a:ext cx="7822184" cy="2617327"/>
          </a:xfrm>
          <a:prstGeom prst="rect">
            <a:avLst/>
          </a:prstGeom>
        </p:spPr>
        <p:txBody>
          <a:bodyPr/>
          <a:lstStyle/>
          <a:p>
            <a:endParaRPr lang="en-US" altLang="zh-CN"/>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灯片编号占位符 2"/>
          <p:cNvSpPr>
            <a:spLocks noGrp="1"/>
          </p:cNvSpPr>
          <p:nvPr>
            <p:ph type="sldNum" sz="quarter" idx="5"/>
          </p:nvPr>
        </p:nvSpPr>
        <p:spPr/>
        <p:txBody>
          <a:bodyPr/>
          <a:lstStyle/>
          <a:p>
            <a:pPr lvl="0" algn="r"/>
            <a:fld id="{9A0DB2DC-4C9A-4742-B13C-FB6460FD3503}" type="slidenum">
              <a:rPr lang="zh-CN" altLang="en-US" dirty="0">
                <a:ea typeface="宋体" panose="02010600030101010101" pitchFamily="2" charset="-122"/>
              </a:rPr>
              <a:t>8</a:t>
            </a:fld>
            <a:endParaRPr lang="zh-CN" altLang="en-US" sz="1200" dirty="0">
              <a:ea typeface="宋体" panose="02010600030101010101" pitchFamily="2" charset="-122"/>
            </a:endParaRPr>
          </a:p>
        </p:txBody>
      </p:sp>
      <p:sp>
        <p:nvSpPr>
          <p:cNvPr id="4" name="文本占位符 3"/>
          <p:cNvSpPr>
            <a:spLocks noGrp="1"/>
          </p:cNvSpPr>
          <p:nvPr>
            <p:ph type="body" sz="quarter"/>
          </p:nvPr>
        </p:nvSpPr>
        <p:spPr>
          <a:xfrm>
            <a:off x="977773" y="3198955"/>
            <a:ext cx="7822184" cy="2617327"/>
          </a:xfrm>
          <a:prstGeom prst="rect">
            <a:avLst/>
          </a:prstGeom>
        </p:spPr>
        <p:txBody>
          <a:bodyPr/>
          <a:lstStyle/>
          <a:p>
            <a:endParaRPr lang="en-US" altLang="zh-CN"/>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灯片编号占位符 2"/>
          <p:cNvSpPr>
            <a:spLocks noGrp="1"/>
          </p:cNvSpPr>
          <p:nvPr>
            <p:ph type="sldNum" sz="quarter" idx="5"/>
          </p:nvPr>
        </p:nvSpPr>
        <p:spPr/>
        <p:txBody>
          <a:bodyPr/>
          <a:lstStyle/>
          <a:p>
            <a:pPr lvl="0" algn="r"/>
            <a:fld id="{9A0DB2DC-4C9A-4742-B13C-FB6460FD3503}" type="slidenum">
              <a:rPr lang="zh-CN" altLang="en-US" dirty="0">
                <a:ea typeface="宋体" panose="02010600030101010101" pitchFamily="2" charset="-122"/>
              </a:rPr>
              <a:t>9</a:t>
            </a:fld>
            <a:endParaRPr lang="zh-CN" altLang="en-US" sz="1200" dirty="0">
              <a:ea typeface="宋体" panose="02010600030101010101" pitchFamily="2" charset="-122"/>
            </a:endParaRPr>
          </a:p>
        </p:txBody>
      </p:sp>
      <p:sp>
        <p:nvSpPr>
          <p:cNvPr id="4" name="文本占位符 3"/>
          <p:cNvSpPr>
            <a:spLocks noGrp="1"/>
          </p:cNvSpPr>
          <p:nvPr>
            <p:ph type="body" sz="quarter"/>
          </p:nvPr>
        </p:nvSpPr>
        <p:spPr>
          <a:xfrm>
            <a:off x="977773" y="3198955"/>
            <a:ext cx="7822184" cy="2617327"/>
          </a:xfrm>
          <a:prstGeom prst="rect">
            <a:avLst/>
          </a:prstGeom>
        </p:spPr>
        <p:txBody>
          <a:bodyPr/>
          <a:lstStyle/>
          <a:p>
            <a:endParaRPr lang="en-US" altLang="zh-CN"/>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灯片编号占位符 2"/>
          <p:cNvSpPr>
            <a:spLocks noGrp="1"/>
          </p:cNvSpPr>
          <p:nvPr>
            <p:ph type="sldNum" sz="quarter" idx="5"/>
          </p:nvPr>
        </p:nvSpPr>
        <p:spPr/>
        <p:txBody>
          <a:bodyPr/>
          <a:lstStyle/>
          <a:p>
            <a:pPr lvl="0" algn="r"/>
            <a:fld id="{9A0DB2DC-4C9A-4742-B13C-FB6460FD3503}" type="slidenum">
              <a:rPr lang="zh-CN" altLang="en-US" dirty="0">
                <a:ea typeface="宋体" panose="02010600030101010101" pitchFamily="2" charset="-122"/>
              </a:rPr>
              <a:t>10</a:t>
            </a:fld>
            <a:endParaRPr lang="zh-CN" altLang="en-US" sz="1200" dirty="0">
              <a:ea typeface="宋体" panose="02010600030101010101" pitchFamily="2" charset="-122"/>
            </a:endParaRPr>
          </a:p>
        </p:txBody>
      </p:sp>
      <p:sp>
        <p:nvSpPr>
          <p:cNvPr id="4" name="文本占位符 3"/>
          <p:cNvSpPr>
            <a:spLocks noGrp="1"/>
          </p:cNvSpPr>
          <p:nvPr>
            <p:ph type="body" sz="quarter"/>
          </p:nvPr>
        </p:nvSpPr>
        <p:spPr>
          <a:xfrm>
            <a:off x="977773" y="3198955"/>
            <a:ext cx="7822184" cy="2617327"/>
          </a:xfrm>
          <a:prstGeom prst="rect">
            <a:avLst/>
          </a:prstGeom>
        </p:spPr>
        <p:txBody>
          <a:bodyPr/>
          <a:lstStyle/>
          <a:p>
            <a:endParaRPr lang="en-US" altLang="zh-CN"/>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灯片编号占位符 2"/>
          <p:cNvSpPr>
            <a:spLocks noGrp="1"/>
          </p:cNvSpPr>
          <p:nvPr>
            <p:ph type="sldNum" sz="quarter" idx="5"/>
          </p:nvPr>
        </p:nvSpPr>
        <p:spPr/>
        <p:txBody>
          <a:bodyPr/>
          <a:lstStyle/>
          <a:p>
            <a:pPr lvl="0" algn="r"/>
            <a:fld id="{9A0DB2DC-4C9A-4742-B13C-FB6460FD3503}" type="slidenum">
              <a:rPr lang="zh-CN" altLang="en-US" dirty="0">
                <a:ea typeface="宋体" panose="02010600030101010101" pitchFamily="2" charset="-122"/>
              </a:rPr>
              <a:t>11</a:t>
            </a:fld>
            <a:endParaRPr lang="zh-CN" altLang="en-US" sz="1200" dirty="0">
              <a:ea typeface="宋体" panose="02010600030101010101" pitchFamily="2" charset="-122"/>
            </a:endParaRPr>
          </a:p>
        </p:txBody>
      </p:sp>
      <p:sp>
        <p:nvSpPr>
          <p:cNvPr id="4" name="文本占位符 3"/>
          <p:cNvSpPr>
            <a:spLocks noGrp="1"/>
          </p:cNvSpPr>
          <p:nvPr>
            <p:ph type="body" sz="quarter"/>
          </p:nvPr>
        </p:nvSpPr>
        <p:spPr>
          <a:xfrm>
            <a:off x="977773" y="3198955"/>
            <a:ext cx="7822184" cy="2617327"/>
          </a:xfrm>
          <a:prstGeom prst="rect">
            <a:avLst/>
          </a:prstGeom>
        </p:spPr>
        <p:txBody>
          <a:bodyPr/>
          <a:lstStyle/>
          <a:p>
            <a:endParaRPr lang="en-US" altLang="zh-CN"/>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灯片编号占位符 2"/>
          <p:cNvSpPr>
            <a:spLocks noGrp="1"/>
          </p:cNvSpPr>
          <p:nvPr>
            <p:ph type="sldNum" sz="quarter" idx="5"/>
          </p:nvPr>
        </p:nvSpPr>
        <p:spPr/>
        <p:txBody>
          <a:bodyPr/>
          <a:lstStyle/>
          <a:p>
            <a:pPr lvl="0" algn="r"/>
            <a:fld id="{9A0DB2DC-4C9A-4742-B13C-FB6460FD3503}" type="slidenum">
              <a:rPr lang="zh-CN" altLang="en-US" dirty="0">
                <a:ea typeface="宋体" panose="02010600030101010101" pitchFamily="2" charset="-122"/>
              </a:rPr>
              <a:t>12</a:t>
            </a:fld>
            <a:endParaRPr lang="zh-CN" altLang="en-US" sz="1200" dirty="0">
              <a:ea typeface="宋体" panose="02010600030101010101" pitchFamily="2" charset="-122"/>
            </a:endParaRPr>
          </a:p>
        </p:txBody>
      </p:sp>
      <p:sp>
        <p:nvSpPr>
          <p:cNvPr id="4" name="文本占位符 3"/>
          <p:cNvSpPr>
            <a:spLocks noGrp="1"/>
          </p:cNvSpPr>
          <p:nvPr>
            <p:ph type="body" sz="quarter"/>
          </p:nvPr>
        </p:nvSpPr>
        <p:spPr>
          <a:xfrm>
            <a:off x="977773" y="3198955"/>
            <a:ext cx="7822184" cy="2617327"/>
          </a:xfrm>
          <a:prstGeom prst="rect">
            <a:avLst/>
          </a:prstGeom>
        </p:spPr>
        <p:txBody>
          <a:bodyPr/>
          <a:lstStyle/>
          <a:p>
            <a:endParaRPr lang="en-US" altLang="zh-CN"/>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灯片编号占位符 2"/>
          <p:cNvSpPr>
            <a:spLocks noGrp="1"/>
          </p:cNvSpPr>
          <p:nvPr>
            <p:ph type="sldNum" sz="quarter" idx="5"/>
          </p:nvPr>
        </p:nvSpPr>
        <p:spPr/>
        <p:txBody>
          <a:bodyPr/>
          <a:lstStyle/>
          <a:p>
            <a:pPr lvl="0" algn="r"/>
            <a:fld id="{9A0DB2DC-4C9A-4742-B13C-FB6460FD3503}" type="slidenum">
              <a:rPr lang="zh-CN" altLang="en-US" dirty="0">
                <a:ea typeface="宋体" panose="02010600030101010101" pitchFamily="2" charset="-122"/>
              </a:rPr>
              <a:t>13</a:t>
            </a:fld>
            <a:endParaRPr lang="zh-CN" altLang="en-US" sz="1200" dirty="0">
              <a:ea typeface="宋体" panose="02010600030101010101" pitchFamily="2" charset="-122"/>
            </a:endParaRPr>
          </a:p>
        </p:txBody>
      </p:sp>
      <p:sp>
        <p:nvSpPr>
          <p:cNvPr id="4" name="文本占位符 3"/>
          <p:cNvSpPr>
            <a:spLocks noGrp="1"/>
          </p:cNvSpPr>
          <p:nvPr>
            <p:ph type="body" sz="quarter"/>
          </p:nvPr>
        </p:nvSpPr>
        <p:spPr>
          <a:xfrm>
            <a:off x="977773" y="3198955"/>
            <a:ext cx="7822184" cy="2617327"/>
          </a:xfrm>
          <a:prstGeom prst="rect">
            <a:avLst/>
          </a:prstGeom>
        </p:spPr>
        <p:txBody>
          <a:bodyPr/>
          <a:lstStyle/>
          <a:p>
            <a:endParaRPr lang="en-US" altLang="zh-CN"/>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灯片编号占位符 2"/>
          <p:cNvSpPr>
            <a:spLocks noGrp="1"/>
          </p:cNvSpPr>
          <p:nvPr>
            <p:ph type="sldNum" sz="quarter" idx="5"/>
          </p:nvPr>
        </p:nvSpPr>
        <p:spPr/>
        <p:txBody>
          <a:bodyPr/>
          <a:lstStyle/>
          <a:p>
            <a:pPr lvl="0" algn="r"/>
            <a:fld id="{9A0DB2DC-4C9A-4742-B13C-FB6460FD3503}" type="slidenum">
              <a:rPr lang="zh-CN" altLang="en-US" dirty="0">
                <a:ea typeface="宋体" panose="02010600030101010101" pitchFamily="2" charset="-122"/>
              </a:rPr>
              <a:t>14</a:t>
            </a:fld>
            <a:endParaRPr lang="zh-CN" altLang="en-US" sz="1200" dirty="0">
              <a:ea typeface="宋体" panose="02010600030101010101" pitchFamily="2" charset="-122"/>
            </a:endParaRPr>
          </a:p>
        </p:txBody>
      </p:sp>
      <p:sp>
        <p:nvSpPr>
          <p:cNvPr id="4" name="文本占位符 3"/>
          <p:cNvSpPr>
            <a:spLocks noGrp="1"/>
          </p:cNvSpPr>
          <p:nvPr>
            <p:ph type="body" sz="quarter"/>
          </p:nvPr>
        </p:nvSpPr>
        <p:spPr>
          <a:xfrm>
            <a:off x="977773" y="3198955"/>
            <a:ext cx="7822184" cy="2617327"/>
          </a:xfrm>
          <a:prstGeom prst="rect">
            <a:avLst/>
          </a:prstGeom>
        </p:spPr>
        <p:txBody>
          <a:bodyPr/>
          <a:lstStyle/>
          <a:p>
            <a:endParaRPr lang="en-US" altLang="zh-CN"/>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灯片编号占位符 2"/>
          <p:cNvSpPr>
            <a:spLocks noGrp="1"/>
          </p:cNvSpPr>
          <p:nvPr>
            <p:ph type="sldNum" sz="quarter" idx="5"/>
          </p:nvPr>
        </p:nvSpPr>
        <p:spPr/>
        <p:txBody>
          <a:bodyPr/>
          <a:lstStyle/>
          <a:p>
            <a:pPr lvl="0" algn="r"/>
            <a:fld id="{9A0DB2DC-4C9A-4742-B13C-FB6460FD3503}" type="slidenum">
              <a:rPr lang="zh-CN" altLang="en-US" dirty="0">
                <a:ea typeface="宋体" panose="02010600030101010101" pitchFamily="2" charset="-122"/>
              </a:rPr>
              <a:t>15</a:t>
            </a:fld>
            <a:endParaRPr lang="zh-CN" altLang="en-US" sz="1200" dirty="0">
              <a:ea typeface="宋体" panose="02010600030101010101" pitchFamily="2" charset="-122"/>
            </a:endParaRPr>
          </a:p>
        </p:txBody>
      </p:sp>
      <p:sp>
        <p:nvSpPr>
          <p:cNvPr id="4" name="文本占位符 3"/>
          <p:cNvSpPr>
            <a:spLocks noGrp="1"/>
          </p:cNvSpPr>
          <p:nvPr>
            <p:ph type="body" sz="quarter"/>
          </p:nvPr>
        </p:nvSpPr>
        <p:spPr>
          <a:xfrm>
            <a:off x="977773" y="3198955"/>
            <a:ext cx="7822184" cy="2617327"/>
          </a:xfrm>
          <a:prstGeom prst="rect">
            <a:avLst/>
          </a:prstGeom>
        </p:spPr>
        <p:txBody>
          <a:bodyPr/>
          <a:lstStyle/>
          <a:p>
            <a:endParaRPr lang="en-US" altLang="zh-CN"/>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灯片编号占位符 2"/>
          <p:cNvSpPr>
            <a:spLocks noGrp="1"/>
          </p:cNvSpPr>
          <p:nvPr>
            <p:ph type="sldNum" sz="quarter" idx="5"/>
          </p:nvPr>
        </p:nvSpPr>
        <p:spPr/>
        <p:txBody>
          <a:bodyPr/>
          <a:lstStyle/>
          <a:p>
            <a:pPr lvl="0" algn="r"/>
            <a:fld id="{9A0DB2DC-4C9A-4742-B13C-FB6460FD3503}" type="slidenum">
              <a:rPr lang="zh-CN" altLang="en-US" dirty="0">
                <a:ea typeface="宋体" panose="02010600030101010101" pitchFamily="2" charset="-122"/>
              </a:rPr>
              <a:t>16</a:t>
            </a:fld>
            <a:endParaRPr lang="zh-CN" altLang="en-US" sz="1200" dirty="0">
              <a:ea typeface="宋体" panose="02010600030101010101" pitchFamily="2" charset="-122"/>
            </a:endParaRPr>
          </a:p>
        </p:txBody>
      </p:sp>
      <p:sp>
        <p:nvSpPr>
          <p:cNvPr id="4" name="文本占位符 3"/>
          <p:cNvSpPr>
            <a:spLocks noGrp="1"/>
          </p:cNvSpPr>
          <p:nvPr>
            <p:ph type="body" sz="quarter"/>
          </p:nvPr>
        </p:nvSpPr>
        <p:spPr>
          <a:xfrm>
            <a:off x="977773" y="3198955"/>
            <a:ext cx="7822184" cy="2617327"/>
          </a:xfrm>
          <a:prstGeom prst="rect">
            <a:avLst/>
          </a:prstGeom>
        </p:spPr>
        <p:txBody>
          <a:bodyPr/>
          <a:lstStyle/>
          <a:p>
            <a:endParaRPr lang="en-US" altLang="zh-CN"/>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灯片编号占位符 2"/>
          <p:cNvSpPr>
            <a:spLocks noGrp="1"/>
          </p:cNvSpPr>
          <p:nvPr>
            <p:ph type="sldNum" sz="quarter" idx="5"/>
          </p:nvPr>
        </p:nvSpPr>
        <p:spPr/>
        <p:txBody>
          <a:bodyPr/>
          <a:lstStyle/>
          <a:p>
            <a:pPr lvl="0" algn="r"/>
            <a:fld id="{9A0DB2DC-4C9A-4742-B13C-FB6460FD3503}" type="slidenum">
              <a:rPr lang="zh-CN" altLang="en-US" dirty="0">
                <a:ea typeface="宋体" panose="02010600030101010101" pitchFamily="2" charset="-122"/>
              </a:rPr>
              <a:t>17</a:t>
            </a:fld>
            <a:endParaRPr lang="zh-CN" altLang="en-US" sz="1200" dirty="0">
              <a:ea typeface="宋体" panose="02010600030101010101" pitchFamily="2" charset="-122"/>
            </a:endParaRPr>
          </a:p>
        </p:txBody>
      </p:sp>
      <p:sp>
        <p:nvSpPr>
          <p:cNvPr id="4" name="文本占位符 3"/>
          <p:cNvSpPr>
            <a:spLocks noGrp="1"/>
          </p:cNvSpPr>
          <p:nvPr>
            <p:ph type="body" sz="quarter"/>
          </p:nvPr>
        </p:nvSpPr>
        <p:spPr>
          <a:xfrm>
            <a:off x="977773" y="3198955"/>
            <a:ext cx="7822184" cy="2617327"/>
          </a:xfrm>
          <a:prstGeom prst="rect">
            <a:avLst/>
          </a:prstGeom>
        </p:spPr>
        <p:txBody>
          <a:bodyPr/>
          <a:lstStyle/>
          <a:p>
            <a:endParaRPr lang="en-US" altLang="zh-CN"/>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灯片编号占位符 2"/>
          <p:cNvSpPr>
            <a:spLocks noGrp="1"/>
          </p:cNvSpPr>
          <p:nvPr>
            <p:ph type="sldNum" sz="quarter" idx="5"/>
          </p:nvPr>
        </p:nvSpPr>
        <p:spPr/>
        <p:txBody>
          <a:bodyPr/>
          <a:lstStyle/>
          <a:p>
            <a:pPr lvl="0" algn="r"/>
            <a:fld id="{9A0DB2DC-4C9A-4742-B13C-FB6460FD3503}" type="slidenum">
              <a:rPr lang="zh-CN" altLang="en-US" dirty="0">
                <a:ea typeface="宋体" panose="02010600030101010101" pitchFamily="2" charset="-122"/>
              </a:rPr>
              <a:t>18</a:t>
            </a:fld>
            <a:endParaRPr lang="zh-CN" altLang="en-US" sz="1200" dirty="0">
              <a:ea typeface="宋体" panose="02010600030101010101" pitchFamily="2" charset="-122"/>
            </a:endParaRPr>
          </a:p>
        </p:txBody>
      </p:sp>
      <p:sp>
        <p:nvSpPr>
          <p:cNvPr id="4" name="文本占位符 3"/>
          <p:cNvSpPr>
            <a:spLocks noGrp="1"/>
          </p:cNvSpPr>
          <p:nvPr>
            <p:ph type="body" sz="quarter"/>
          </p:nvPr>
        </p:nvSpPr>
        <p:spPr>
          <a:xfrm>
            <a:off x="977773" y="3198955"/>
            <a:ext cx="7822184" cy="2617327"/>
          </a:xfrm>
          <a:prstGeom prst="rect">
            <a:avLst/>
          </a:prstGeom>
        </p:spPr>
        <p:txBody>
          <a:bodyPr/>
          <a:lstStyle/>
          <a:p>
            <a:endParaRPr lang="en-US" altLang="zh-CN"/>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灯片编号占位符 2"/>
          <p:cNvSpPr>
            <a:spLocks noGrp="1"/>
          </p:cNvSpPr>
          <p:nvPr>
            <p:ph type="sldNum" sz="quarter" idx="5"/>
          </p:nvPr>
        </p:nvSpPr>
        <p:spPr/>
        <p:txBody>
          <a:bodyPr/>
          <a:lstStyle/>
          <a:p>
            <a:pPr lvl="0" algn="r"/>
            <a:fld id="{9A0DB2DC-4C9A-4742-B13C-FB6460FD3503}" type="slidenum">
              <a:rPr lang="zh-CN" altLang="en-US" dirty="0">
                <a:ea typeface="宋体" panose="02010600030101010101" pitchFamily="2" charset="-122"/>
              </a:rPr>
              <a:t>19</a:t>
            </a:fld>
            <a:endParaRPr lang="zh-CN" altLang="en-US" sz="1200" dirty="0">
              <a:ea typeface="宋体" panose="02010600030101010101" pitchFamily="2" charset="-122"/>
            </a:endParaRPr>
          </a:p>
        </p:txBody>
      </p:sp>
      <p:sp>
        <p:nvSpPr>
          <p:cNvPr id="4" name="文本占位符 3"/>
          <p:cNvSpPr>
            <a:spLocks noGrp="1"/>
          </p:cNvSpPr>
          <p:nvPr>
            <p:ph type="body" sz="quarter"/>
          </p:nvPr>
        </p:nvSpPr>
        <p:spPr>
          <a:xfrm>
            <a:off x="977773" y="3198955"/>
            <a:ext cx="7822184" cy="2617327"/>
          </a:xfrm>
          <a:prstGeom prst="rect">
            <a:avLst/>
          </a:prstGeom>
        </p:spPr>
        <p:txBody>
          <a:bodyPr/>
          <a:lstStyle/>
          <a:p>
            <a:endParaRPr lang="en-US" altLang="zh-CN"/>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灯片编号占位符 2"/>
          <p:cNvSpPr>
            <a:spLocks noGrp="1"/>
          </p:cNvSpPr>
          <p:nvPr>
            <p:ph type="sldNum" sz="quarter" idx="5"/>
          </p:nvPr>
        </p:nvSpPr>
        <p:spPr/>
        <p:txBody>
          <a:bodyPr/>
          <a:lstStyle/>
          <a:p>
            <a:pPr lvl="0" algn="r"/>
            <a:fld id="{9A0DB2DC-4C9A-4742-B13C-FB6460FD3503}" type="slidenum">
              <a:rPr lang="zh-CN" altLang="en-US" dirty="0">
                <a:ea typeface="宋体" panose="02010600030101010101" pitchFamily="2" charset="-122"/>
              </a:rPr>
              <a:t>20</a:t>
            </a:fld>
            <a:endParaRPr lang="zh-CN" altLang="en-US" sz="1200" dirty="0">
              <a:ea typeface="宋体" panose="02010600030101010101" pitchFamily="2" charset="-122"/>
            </a:endParaRPr>
          </a:p>
        </p:txBody>
      </p:sp>
      <p:sp>
        <p:nvSpPr>
          <p:cNvPr id="4" name="文本占位符 3"/>
          <p:cNvSpPr>
            <a:spLocks noGrp="1"/>
          </p:cNvSpPr>
          <p:nvPr>
            <p:ph type="body" sz="quarter"/>
          </p:nvPr>
        </p:nvSpPr>
        <p:spPr>
          <a:xfrm>
            <a:off x="977773" y="3198955"/>
            <a:ext cx="7822184" cy="2617327"/>
          </a:xfrm>
          <a:prstGeom prst="rect">
            <a:avLst/>
          </a:prstGeom>
        </p:spPr>
        <p:txBody>
          <a:bodyPr/>
          <a:lstStyle/>
          <a:p>
            <a:endParaRPr lang="en-US" altLang="zh-CN"/>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灯片编号占位符 2"/>
          <p:cNvSpPr>
            <a:spLocks noGrp="1"/>
          </p:cNvSpPr>
          <p:nvPr>
            <p:ph type="sldNum" sz="quarter" idx="5"/>
          </p:nvPr>
        </p:nvSpPr>
        <p:spPr/>
        <p:txBody>
          <a:bodyPr/>
          <a:lstStyle/>
          <a:p>
            <a:pPr lvl="0" algn="r"/>
            <a:fld id="{9A0DB2DC-4C9A-4742-B13C-FB6460FD3503}" type="slidenum">
              <a:rPr lang="zh-CN" altLang="en-US" dirty="0">
                <a:ea typeface="宋体" panose="02010600030101010101" pitchFamily="2" charset="-122"/>
              </a:rPr>
              <a:t>21</a:t>
            </a:fld>
            <a:endParaRPr lang="zh-CN" altLang="en-US" sz="1200" dirty="0">
              <a:ea typeface="宋体" panose="02010600030101010101" pitchFamily="2" charset="-122"/>
            </a:endParaRPr>
          </a:p>
        </p:txBody>
      </p:sp>
      <p:sp>
        <p:nvSpPr>
          <p:cNvPr id="4" name="文本占位符 3"/>
          <p:cNvSpPr>
            <a:spLocks noGrp="1"/>
          </p:cNvSpPr>
          <p:nvPr>
            <p:ph type="body" sz="quarter"/>
          </p:nvPr>
        </p:nvSpPr>
        <p:spPr>
          <a:xfrm>
            <a:off x="977773" y="3198955"/>
            <a:ext cx="7822184" cy="2617327"/>
          </a:xfrm>
          <a:prstGeom prst="rect">
            <a:avLst/>
          </a:prstGeom>
        </p:spPr>
        <p:txBody>
          <a:bodyPr/>
          <a:lstStyle/>
          <a:p>
            <a:endParaRPr lang="en-US" altLang="zh-CN"/>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灯片编号占位符 2"/>
          <p:cNvSpPr>
            <a:spLocks noGrp="1"/>
          </p:cNvSpPr>
          <p:nvPr>
            <p:ph type="sldNum" sz="quarter" idx="5"/>
          </p:nvPr>
        </p:nvSpPr>
        <p:spPr/>
        <p:txBody>
          <a:bodyPr/>
          <a:lstStyle/>
          <a:p>
            <a:pPr lvl="0" algn="r"/>
            <a:fld id="{9A0DB2DC-4C9A-4742-B13C-FB6460FD3503}" type="slidenum">
              <a:rPr lang="zh-CN" altLang="en-US" dirty="0">
                <a:ea typeface="宋体" panose="02010600030101010101" pitchFamily="2" charset="-122"/>
              </a:rPr>
              <a:t>22</a:t>
            </a:fld>
            <a:endParaRPr lang="zh-CN" altLang="en-US" sz="1200" dirty="0">
              <a:ea typeface="宋体" panose="02010600030101010101" pitchFamily="2" charset="-122"/>
            </a:endParaRPr>
          </a:p>
        </p:txBody>
      </p:sp>
      <p:sp>
        <p:nvSpPr>
          <p:cNvPr id="4" name="文本占位符 3"/>
          <p:cNvSpPr>
            <a:spLocks noGrp="1"/>
          </p:cNvSpPr>
          <p:nvPr>
            <p:ph type="body" sz="quarter"/>
          </p:nvPr>
        </p:nvSpPr>
        <p:spPr>
          <a:xfrm>
            <a:off x="977773" y="3198955"/>
            <a:ext cx="7822184" cy="2617327"/>
          </a:xfrm>
          <a:prstGeom prst="rect">
            <a:avLst/>
          </a:prstGeom>
        </p:spPr>
        <p:txBody>
          <a:bodyPr/>
          <a:lstStyle/>
          <a:p>
            <a:endParaRPr lang="en-US" altLang="zh-CN"/>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灯片编号占位符 2"/>
          <p:cNvSpPr>
            <a:spLocks noGrp="1"/>
          </p:cNvSpPr>
          <p:nvPr>
            <p:ph type="sldNum" sz="quarter" idx="5"/>
          </p:nvPr>
        </p:nvSpPr>
        <p:spPr/>
        <p:txBody>
          <a:bodyPr/>
          <a:lstStyle/>
          <a:p>
            <a:pPr lvl="0" algn="r"/>
            <a:fld id="{9A0DB2DC-4C9A-4742-B13C-FB6460FD3503}" type="slidenum">
              <a:rPr lang="zh-CN" altLang="en-US" dirty="0">
                <a:ea typeface="宋体" panose="02010600030101010101" pitchFamily="2" charset="-122"/>
              </a:rPr>
              <a:t>23</a:t>
            </a:fld>
            <a:endParaRPr lang="zh-CN" altLang="en-US" sz="1200" dirty="0">
              <a:ea typeface="宋体" panose="02010600030101010101" pitchFamily="2" charset="-122"/>
            </a:endParaRPr>
          </a:p>
        </p:txBody>
      </p:sp>
      <p:sp>
        <p:nvSpPr>
          <p:cNvPr id="4" name="文本占位符 3"/>
          <p:cNvSpPr>
            <a:spLocks noGrp="1"/>
          </p:cNvSpPr>
          <p:nvPr>
            <p:ph type="body" sz="quarter"/>
          </p:nvPr>
        </p:nvSpPr>
        <p:spPr>
          <a:xfrm>
            <a:off x="977773" y="3198955"/>
            <a:ext cx="7822184" cy="2617327"/>
          </a:xfrm>
          <a:prstGeom prst="rect">
            <a:avLst/>
          </a:prstGeom>
        </p:spPr>
        <p:txBody>
          <a:bodyPr/>
          <a:lstStyle/>
          <a:p>
            <a:endParaRPr lang="en-US" altLang="zh-CN"/>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灯片编号占位符 2"/>
          <p:cNvSpPr>
            <a:spLocks noGrp="1"/>
          </p:cNvSpPr>
          <p:nvPr>
            <p:ph type="sldNum" sz="quarter" idx="5"/>
          </p:nvPr>
        </p:nvSpPr>
        <p:spPr/>
        <p:txBody>
          <a:bodyPr/>
          <a:lstStyle/>
          <a:p>
            <a:pPr lvl="0" algn="r"/>
            <a:fld id="{9A0DB2DC-4C9A-4742-B13C-FB6460FD3503}" type="slidenum">
              <a:rPr lang="zh-CN" altLang="en-US" dirty="0">
                <a:ea typeface="宋体" panose="02010600030101010101" pitchFamily="2" charset="-122"/>
              </a:rPr>
              <a:t>24</a:t>
            </a:fld>
            <a:endParaRPr lang="zh-CN" altLang="en-US" sz="1200" dirty="0">
              <a:ea typeface="宋体" panose="02010600030101010101" pitchFamily="2" charset="-122"/>
            </a:endParaRPr>
          </a:p>
        </p:txBody>
      </p:sp>
      <p:sp>
        <p:nvSpPr>
          <p:cNvPr id="4" name="文本占位符 3"/>
          <p:cNvSpPr>
            <a:spLocks noGrp="1"/>
          </p:cNvSpPr>
          <p:nvPr>
            <p:ph type="body" sz="quarter"/>
          </p:nvPr>
        </p:nvSpPr>
        <p:spPr>
          <a:xfrm>
            <a:off x="977773" y="3198955"/>
            <a:ext cx="7822184" cy="2617327"/>
          </a:xfrm>
          <a:prstGeom prst="rect">
            <a:avLst/>
          </a:prstGeom>
        </p:spPr>
        <p:txBody>
          <a:bodyPr/>
          <a:lstStyle/>
          <a:p>
            <a:endParaRPr lang="en-US" altLang="zh-CN"/>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灯片编号占位符 2"/>
          <p:cNvSpPr>
            <a:spLocks noGrp="1"/>
          </p:cNvSpPr>
          <p:nvPr>
            <p:ph type="sldNum" sz="quarter" idx="5"/>
          </p:nvPr>
        </p:nvSpPr>
        <p:spPr/>
        <p:txBody>
          <a:bodyPr/>
          <a:lstStyle/>
          <a:p>
            <a:pPr lvl="0" algn="r"/>
            <a:fld id="{9A0DB2DC-4C9A-4742-B13C-FB6460FD3503}" type="slidenum">
              <a:rPr lang="zh-CN" altLang="en-US" dirty="0">
                <a:ea typeface="宋体" panose="02010600030101010101" pitchFamily="2" charset="-122"/>
              </a:rPr>
              <a:t>25</a:t>
            </a:fld>
            <a:endParaRPr lang="zh-CN" altLang="en-US" sz="1200" dirty="0">
              <a:ea typeface="宋体" panose="02010600030101010101" pitchFamily="2" charset="-122"/>
            </a:endParaRPr>
          </a:p>
        </p:txBody>
      </p:sp>
      <p:sp>
        <p:nvSpPr>
          <p:cNvPr id="4" name="文本占位符 3"/>
          <p:cNvSpPr>
            <a:spLocks noGrp="1"/>
          </p:cNvSpPr>
          <p:nvPr>
            <p:ph type="body" sz="quarter"/>
          </p:nvPr>
        </p:nvSpPr>
        <p:spPr>
          <a:xfrm>
            <a:off x="977773" y="3198955"/>
            <a:ext cx="7822184" cy="2617327"/>
          </a:xfrm>
          <a:prstGeom prst="rect">
            <a:avLst/>
          </a:prstGeom>
        </p:spPr>
        <p:txBody>
          <a:bodyPr/>
          <a:lstStyle/>
          <a:p>
            <a:endParaRPr lang="en-US" altLang="zh-CN"/>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灯片编号占位符 2"/>
          <p:cNvSpPr>
            <a:spLocks noGrp="1"/>
          </p:cNvSpPr>
          <p:nvPr>
            <p:ph type="sldNum" sz="quarter" idx="5"/>
          </p:nvPr>
        </p:nvSpPr>
        <p:spPr/>
        <p:txBody>
          <a:bodyPr/>
          <a:lstStyle/>
          <a:p>
            <a:pPr lvl="0" algn="r"/>
            <a:fld id="{9A0DB2DC-4C9A-4742-B13C-FB6460FD3503}" type="slidenum">
              <a:rPr lang="zh-CN" altLang="en-US" dirty="0">
                <a:ea typeface="宋体" panose="02010600030101010101" pitchFamily="2" charset="-122"/>
              </a:rPr>
              <a:t>26</a:t>
            </a:fld>
            <a:endParaRPr lang="zh-CN" altLang="en-US" sz="1200" dirty="0">
              <a:ea typeface="宋体" panose="02010600030101010101" pitchFamily="2" charset="-122"/>
            </a:endParaRPr>
          </a:p>
        </p:txBody>
      </p:sp>
      <p:sp>
        <p:nvSpPr>
          <p:cNvPr id="4" name="文本占位符 3"/>
          <p:cNvSpPr>
            <a:spLocks noGrp="1"/>
          </p:cNvSpPr>
          <p:nvPr>
            <p:ph type="body" sz="quarter"/>
          </p:nvPr>
        </p:nvSpPr>
        <p:spPr>
          <a:xfrm>
            <a:off x="977773" y="3198955"/>
            <a:ext cx="7822184" cy="2617327"/>
          </a:xfrm>
          <a:prstGeom prst="rect">
            <a:avLst/>
          </a:prstGeom>
        </p:spPr>
        <p:txBody>
          <a:bodyPr/>
          <a:lstStyle/>
          <a:p>
            <a:endParaRPr lang="en-US" altLang="zh-CN"/>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灯片编号占位符 2"/>
          <p:cNvSpPr>
            <a:spLocks noGrp="1"/>
          </p:cNvSpPr>
          <p:nvPr>
            <p:ph type="sldNum" sz="quarter" idx="5"/>
          </p:nvPr>
        </p:nvSpPr>
        <p:spPr/>
        <p:txBody>
          <a:bodyPr/>
          <a:lstStyle/>
          <a:p>
            <a:pPr lvl="0" algn="r"/>
            <a:fld id="{9A0DB2DC-4C9A-4742-B13C-FB6460FD3503}" type="slidenum">
              <a:rPr lang="zh-CN" altLang="en-US" dirty="0">
                <a:ea typeface="宋体" panose="02010600030101010101" pitchFamily="2" charset="-122"/>
              </a:rPr>
              <a:t>27</a:t>
            </a:fld>
            <a:endParaRPr lang="zh-CN" altLang="en-US" sz="1200" dirty="0">
              <a:ea typeface="宋体" panose="02010600030101010101" pitchFamily="2" charset="-122"/>
            </a:endParaRPr>
          </a:p>
        </p:txBody>
      </p:sp>
      <p:sp>
        <p:nvSpPr>
          <p:cNvPr id="4" name="文本占位符 3"/>
          <p:cNvSpPr>
            <a:spLocks noGrp="1"/>
          </p:cNvSpPr>
          <p:nvPr>
            <p:ph type="body" sz="quarter"/>
          </p:nvPr>
        </p:nvSpPr>
        <p:spPr>
          <a:xfrm>
            <a:off x="977773" y="3198955"/>
            <a:ext cx="7822184" cy="2617327"/>
          </a:xfrm>
          <a:prstGeom prst="rect">
            <a:avLst/>
          </a:prstGeom>
        </p:spPr>
        <p:txBody>
          <a:bodyPr/>
          <a:lstStyle/>
          <a:p>
            <a:endParaRPr lang="en-US" altLang="zh-CN"/>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灯片编号占位符 2"/>
          <p:cNvSpPr>
            <a:spLocks noGrp="1"/>
          </p:cNvSpPr>
          <p:nvPr>
            <p:ph type="sldNum" sz="quarter" idx="5"/>
          </p:nvPr>
        </p:nvSpPr>
        <p:spPr/>
        <p:txBody>
          <a:bodyPr/>
          <a:lstStyle/>
          <a:p>
            <a:pPr lvl="0" algn="r"/>
            <a:fld id="{9A0DB2DC-4C9A-4742-B13C-FB6460FD3503}" type="slidenum">
              <a:rPr lang="zh-CN" altLang="en-US" dirty="0">
                <a:ea typeface="宋体" panose="02010600030101010101" pitchFamily="2" charset="-122"/>
              </a:rPr>
              <a:t>28</a:t>
            </a:fld>
            <a:endParaRPr lang="zh-CN" altLang="en-US" sz="1200" dirty="0">
              <a:ea typeface="宋体" panose="02010600030101010101" pitchFamily="2" charset="-122"/>
            </a:endParaRPr>
          </a:p>
        </p:txBody>
      </p:sp>
      <p:sp>
        <p:nvSpPr>
          <p:cNvPr id="4" name="文本占位符 3"/>
          <p:cNvSpPr>
            <a:spLocks noGrp="1"/>
          </p:cNvSpPr>
          <p:nvPr>
            <p:ph type="body" sz="quarter"/>
          </p:nvPr>
        </p:nvSpPr>
        <p:spPr>
          <a:xfrm>
            <a:off x="977773" y="3198955"/>
            <a:ext cx="7822184" cy="2617327"/>
          </a:xfrm>
          <a:prstGeom prst="rect">
            <a:avLst/>
          </a:prstGeom>
        </p:spPr>
        <p:txBody>
          <a:bodyPr/>
          <a:lstStyle/>
          <a:p>
            <a:endParaRPr lang="en-US" altLang="zh-CN"/>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灯片编号占位符 2"/>
          <p:cNvSpPr>
            <a:spLocks noGrp="1"/>
          </p:cNvSpPr>
          <p:nvPr>
            <p:ph type="sldNum" sz="quarter" idx="5"/>
          </p:nvPr>
        </p:nvSpPr>
        <p:spPr/>
        <p:txBody>
          <a:bodyPr/>
          <a:lstStyle/>
          <a:p>
            <a:pPr lvl="0" algn="r"/>
            <a:fld id="{9A0DB2DC-4C9A-4742-B13C-FB6460FD3503}" type="slidenum">
              <a:rPr lang="zh-CN" altLang="en-US" dirty="0">
                <a:ea typeface="宋体" panose="02010600030101010101" pitchFamily="2" charset="-122"/>
              </a:rPr>
              <a:t>29</a:t>
            </a:fld>
            <a:endParaRPr lang="zh-CN" altLang="en-US" sz="1200" dirty="0">
              <a:ea typeface="宋体" panose="02010600030101010101" pitchFamily="2" charset="-122"/>
            </a:endParaRPr>
          </a:p>
        </p:txBody>
      </p:sp>
      <p:sp>
        <p:nvSpPr>
          <p:cNvPr id="4" name="文本占位符 3"/>
          <p:cNvSpPr>
            <a:spLocks noGrp="1"/>
          </p:cNvSpPr>
          <p:nvPr>
            <p:ph type="body" sz="quarter"/>
          </p:nvPr>
        </p:nvSpPr>
        <p:spPr>
          <a:xfrm>
            <a:off x="977773" y="3198955"/>
            <a:ext cx="7822184" cy="2617327"/>
          </a:xfrm>
          <a:prstGeom prst="rect">
            <a:avLst/>
          </a:prstGeom>
        </p:spPr>
        <p:txBody>
          <a:bodyPr/>
          <a:lstStyle/>
          <a:p>
            <a:endParaRPr lang="en-US" altLang="zh-CN"/>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灯片编号占位符 2"/>
          <p:cNvSpPr>
            <a:spLocks noGrp="1"/>
          </p:cNvSpPr>
          <p:nvPr>
            <p:ph type="sldNum" sz="quarter" idx="5"/>
          </p:nvPr>
        </p:nvSpPr>
        <p:spPr/>
        <p:txBody>
          <a:bodyPr/>
          <a:lstStyle/>
          <a:p>
            <a:pPr lvl="0" algn="r"/>
            <a:fld id="{9A0DB2DC-4C9A-4742-B13C-FB6460FD3503}" type="slidenum">
              <a:rPr lang="zh-CN" altLang="en-US" dirty="0">
                <a:ea typeface="宋体" panose="02010600030101010101" pitchFamily="2" charset="-122"/>
              </a:rPr>
              <a:t>30</a:t>
            </a:fld>
            <a:endParaRPr lang="zh-CN" altLang="en-US" sz="1200" dirty="0">
              <a:ea typeface="宋体" panose="02010600030101010101" pitchFamily="2" charset="-122"/>
            </a:endParaRPr>
          </a:p>
        </p:txBody>
      </p:sp>
      <p:sp>
        <p:nvSpPr>
          <p:cNvPr id="4" name="文本占位符 3"/>
          <p:cNvSpPr>
            <a:spLocks noGrp="1"/>
          </p:cNvSpPr>
          <p:nvPr>
            <p:ph type="body" sz="quarter"/>
          </p:nvPr>
        </p:nvSpPr>
        <p:spPr>
          <a:xfrm>
            <a:off x="977773" y="3198955"/>
            <a:ext cx="7822184" cy="2617327"/>
          </a:xfrm>
          <a:prstGeom prst="rect">
            <a:avLst/>
          </a:prstGeom>
        </p:spPr>
        <p:txBody>
          <a:bodyPr/>
          <a:lstStyle/>
          <a:p>
            <a:endParaRPr lang="en-US" altLang="zh-CN"/>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灯片编号占位符 2"/>
          <p:cNvSpPr>
            <a:spLocks noGrp="1"/>
          </p:cNvSpPr>
          <p:nvPr>
            <p:ph type="sldNum" sz="quarter" idx="5"/>
          </p:nvPr>
        </p:nvSpPr>
        <p:spPr/>
        <p:txBody>
          <a:bodyPr/>
          <a:lstStyle/>
          <a:p>
            <a:pPr lvl="0" algn="r"/>
            <a:fld id="{9A0DB2DC-4C9A-4742-B13C-FB6460FD3503}" type="slidenum">
              <a:rPr lang="zh-CN" altLang="en-US" dirty="0">
                <a:ea typeface="宋体" panose="02010600030101010101" pitchFamily="2" charset="-122"/>
              </a:rPr>
              <a:t>31</a:t>
            </a:fld>
            <a:endParaRPr lang="zh-CN" altLang="en-US" sz="1200" dirty="0">
              <a:ea typeface="宋体" panose="02010600030101010101" pitchFamily="2" charset="-122"/>
            </a:endParaRPr>
          </a:p>
        </p:txBody>
      </p:sp>
      <p:sp>
        <p:nvSpPr>
          <p:cNvPr id="4" name="文本占位符 3"/>
          <p:cNvSpPr>
            <a:spLocks noGrp="1"/>
          </p:cNvSpPr>
          <p:nvPr>
            <p:ph type="body" sz="quarter"/>
          </p:nvPr>
        </p:nvSpPr>
        <p:spPr>
          <a:xfrm>
            <a:off x="977773" y="3198955"/>
            <a:ext cx="7822184" cy="2617327"/>
          </a:xfrm>
          <a:prstGeom prst="rect">
            <a:avLst/>
          </a:prstGeom>
        </p:spPr>
        <p:txBody>
          <a:bodyPr/>
          <a:lstStyle/>
          <a:p>
            <a:endParaRPr lang="en-US" altLang="zh-CN"/>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灯片编号占位符 2"/>
          <p:cNvSpPr>
            <a:spLocks noGrp="1"/>
          </p:cNvSpPr>
          <p:nvPr>
            <p:ph type="sldNum" sz="quarter" idx="5"/>
          </p:nvPr>
        </p:nvSpPr>
        <p:spPr/>
        <p:txBody>
          <a:bodyPr/>
          <a:lstStyle/>
          <a:p>
            <a:pPr lvl="0" algn="r"/>
            <a:fld id="{9A0DB2DC-4C9A-4742-B13C-FB6460FD3503}" type="slidenum">
              <a:rPr lang="zh-CN" altLang="en-US" dirty="0">
                <a:ea typeface="宋体" panose="02010600030101010101" pitchFamily="2" charset="-122"/>
              </a:rPr>
              <a:t>32</a:t>
            </a:fld>
            <a:endParaRPr lang="zh-CN" altLang="en-US" sz="1200" dirty="0">
              <a:ea typeface="宋体" panose="02010600030101010101" pitchFamily="2" charset="-122"/>
            </a:endParaRPr>
          </a:p>
        </p:txBody>
      </p:sp>
      <p:sp>
        <p:nvSpPr>
          <p:cNvPr id="4" name="文本占位符 3"/>
          <p:cNvSpPr>
            <a:spLocks noGrp="1"/>
          </p:cNvSpPr>
          <p:nvPr>
            <p:ph type="body" sz="quarter"/>
          </p:nvPr>
        </p:nvSpPr>
        <p:spPr>
          <a:xfrm>
            <a:off x="977773" y="3198955"/>
            <a:ext cx="7822184" cy="2617327"/>
          </a:xfrm>
          <a:prstGeom prst="rect">
            <a:avLst/>
          </a:prstGeom>
        </p:spPr>
        <p:txBody>
          <a:bodyPr/>
          <a:lstStyle/>
          <a:p>
            <a:endParaRPr lang="en-US" altLang="zh-CN"/>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灯片编号占位符 2"/>
          <p:cNvSpPr>
            <a:spLocks noGrp="1"/>
          </p:cNvSpPr>
          <p:nvPr>
            <p:ph type="sldNum" sz="quarter" idx="5"/>
          </p:nvPr>
        </p:nvSpPr>
        <p:spPr/>
        <p:txBody>
          <a:bodyPr/>
          <a:lstStyle/>
          <a:p>
            <a:pPr lvl="0" algn="r"/>
            <a:fld id="{9A0DB2DC-4C9A-4742-B13C-FB6460FD3503}" type="slidenum">
              <a:rPr lang="zh-CN" altLang="en-US" dirty="0">
                <a:ea typeface="宋体" panose="02010600030101010101" pitchFamily="2" charset="-122"/>
              </a:rPr>
              <a:t>33</a:t>
            </a:fld>
            <a:endParaRPr lang="zh-CN" altLang="en-US" sz="1200" dirty="0">
              <a:ea typeface="宋体" panose="02010600030101010101" pitchFamily="2" charset="-122"/>
            </a:endParaRPr>
          </a:p>
        </p:txBody>
      </p:sp>
      <p:sp>
        <p:nvSpPr>
          <p:cNvPr id="4" name="文本占位符 3"/>
          <p:cNvSpPr>
            <a:spLocks noGrp="1"/>
          </p:cNvSpPr>
          <p:nvPr>
            <p:ph type="body" sz="quarter"/>
          </p:nvPr>
        </p:nvSpPr>
        <p:spPr>
          <a:xfrm>
            <a:off x="977773" y="3198955"/>
            <a:ext cx="7822184" cy="2617327"/>
          </a:xfrm>
          <a:prstGeom prst="rect">
            <a:avLst/>
          </a:prstGeom>
        </p:spPr>
        <p:txBody>
          <a:bodyPr/>
          <a:lstStyle/>
          <a:p>
            <a:endParaRPr lang="en-US" altLang="zh-CN"/>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灯片编号占位符 2"/>
          <p:cNvSpPr>
            <a:spLocks noGrp="1"/>
          </p:cNvSpPr>
          <p:nvPr>
            <p:ph type="sldNum" sz="quarter" idx="5"/>
          </p:nvPr>
        </p:nvSpPr>
        <p:spPr/>
        <p:txBody>
          <a:bodyPr/>
          <a:lstStyle/>
          <a:p>
            <a:pPr lvl="0" algn="r"/>
            <a:fld id="{9A0DB2DC-4C9A-4742-B13C-FB6460FD3503}" type="slidenum">
              <a:rPr lang="zh-CN" altLang="en-US" dirty="0">
                <a:ea typeface="宋体" panose="02010600030101010101" pitchFamily="2" charset="-122"/>
              </a:rPr>
              <a:t>34</a:t>
            </a:fld>
            <a:endParaRPr lang="zh-CN" altLang="en-US" sz="1200" dirty="0">
              <a:ea typeface="宋体" panose="02010600030101010101" pitchFamily="2" charset="-122"/>
            </a:endParaRPr>
          </a:p>
        </p:txBody>
      </p:sp>
      <p:sp>
        <p:nvSpPr>
          <p:cNvPr id="4" name="文本占位符 3"/>
          <p:cNvSpPr>
            <a:spLocks noGrp="1"/>
          </p:cNvSpPr>
          <p:nvPr>
            <p:ph type="body" sz="quarter"/>
          </p:nvPr>
        </p:nvSpPr>
        <p:spPr>
          <a:xfrm>
            <a:off x="977773" y="3198955"/>
            <a:ext cx="7822184" cy="2617327"/>
          </a:xfrm>
          <a:prstGeom prst="rect">
            <a:avLst/>
          </a:prstGeom>
        </p:spPr>
        <p:txBody>
          <a:bodyPr/>
          <a:lstStyle/>
          <a:p>
            <a:endParaRPr lang="en-US" altLang="zh-CN"/>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灯片编号占位符 2"/>
          <p:cNvSpPr>
            <a:spLocks noGrp="1"/>
          </p:cNvSpPr>
          <p:nvPr>
            <p:ph type="sldNum" sz="quarter" idx="5"/>
          </p:nvPr>
        </p:nvSpPr>
        <p:spPr/>
        <p:txBody>
          <a:bodyPr/>
          <a:lstStyle/>
          <a:p>
            <a:pPr lvl="0" algn="r"/>
            <a:fld id="{9A0DB2DC-4C9A-4742-B13C-FB6460FD3503}" type="slidenum">
              <a:rPr lang="zh-CN" altLang="en-US" dirty="0">
                <a:ea typeface="宋体" panose="02010600030101010101" pitchFamily="2" charset="-122"/>
              </a:rPr>
              <a:t>35</a:t>
            </a:fld>
            <a:endParaRPr lang="zh-CN" altLang="en-US" sz="1200" dirty="0">
              <a:ea typeface="宋体" panose="02010600030101010101" pitchFamily="2" charset="-122"/>
            </a:endParaRPr>
          </a:p>
        </p:txBody>
      </p:sp>
      <p:sp>
        <p:nvSpPr>
          <p:cNvPr id="4" name="文本占位符 3"/>
          <p:cNvSpPr>
            <a:spLocks noGrp="1"/>
          </p:cNvSpPr>
          <p:nvPr>
            <p:ph type="body" sz="quarter"/>
          </p:nvPr>
        </p:nvSpPr>
        <p:spPr>
          <a:xfrm>
            <a:off x="977773" y="3198955"/>
            <a:ext cx="7822184" cy="2617327"/>
          </a:xfrm>
          <a:prstGeom prst="rect">
            <a:avLst/>
          </a:prstGeom>
        </p:spPr>
        <p:txBody>
          <a:bodyPr/>
          <a:lstStyle/>
          <a:p>
            <a:endParaRPr lang="en-US" altLang="zh-CN"/>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灯片编号占位符 2"/>
          <p:cNvSpPr>
            <a:spLocks noGrp="1"/>
          </p:cNvSpPr>
          <p:nvPr>
            <p:ph type="sldNum" sz="quarter" idx="5"/>
          </p:nvPr>
        </p:nvSpPr>
        <p:spPr/>
        <p:txBody>
          <a:bodyPr/>
          <a:lstStyle/>
          <a:p>
            <a:pPr lvl="0" algn="r"/>
            <a:fld id="{9A0DB2DC-4C9A-4742-B13C-FB6460FD3503}" type="slidenum">
              <a:rPr lang="zh-CN" altLang="en-US" dirty="0">
                <a:ea typeface="宋体" panose="02010600030101010101" pitchFamily="2" charset="-122"/>
              </a:rPr>
              <a:t>36</a:t>
            </a:fld>
            <a:endParaRPr lang="zh-CN" altLang="en-US" sz="1200" dirty="0">
              <a:ea typeface="宋体" panose="02010600030101010101" pitchFamily="2" charset="-122"/>
            </a:endParaRPr>
          </a:p>
        </p:txBody>
      </p:sp>
      <p:sp>
        <p:nvSpPr>
          <p:cNvPr id="4" name="文本占位符 3"/>
          <p:cNvSpPr>
            <a:spLocks noGrp="1"/>
          </p:cNvSpPr>
          <p:nvPr>
            <p:ph type="body" sz="quarter"/>
          </p:nvPr>
        </p:nvSpPr>
        <p:spPr>
          <a:xfrm>
            <a:off x="977773" y="3198955"/>
            <a:ext cx="7822184" cy="2617327"/>
          </a:xfrm>
          <a:prstGeom prst="rect">
            <a:avLst/>
          </a:prstGeom>
        </p:spPr>
        <p:txBody>
          <a:bodyPr/>
          <a:lstStyle/>
          <a:p>
            <a:endParaRPr lang="en-US" altLang="zh-CN"/>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灯片编号占位符 2"/>
          <p:cNvSpPr>
            <a:spLocks noGrp="1"/>
          </p:cNvSpPr>
          <p:nvPr>
            <p:ph type="sldNum" sz="quarter" idx="5"/>
          </p:nvPr>
        </p:nvSpPr>
        <p:spPr/>
        <p:txBody>
          <a:bodyPr/>
          <a:lstStyle/>
          <a:p>
            <a:pPr lvl="0" algn="r"/>
            <a:fld id="{9A0DB2DC-4C9A-4742-B13C-FB6460FD3503}" type="slidenum">
              <a:rPr lang="zh-CN" altLang="en-US" dirty="0">
                <a:ea typeface="宋体" panose="02010600030101010101" pitchFamily="2" charset="-122"/>
              </a:rPr>
              <a:t>37</a:t>
            </a:fld>
            <a:endParaRPr lang="zh-CN" altLang="en-US" sz="1200" dirty="0">
              <a:ea typeface="宋体" panose="02010600030101010101" pitchFamily="2" charset="-122"/>
            </a:endParaRPr>
          </a:p>
        </p:txBody>
      </p:sp>
      <p:sp>
        <p:nvSpPr>
          <p:cNvPr id="4" name="文本占位符 3"/>
          <p:cNvSpPr>
            <a:spLocks noGrp="1"/>
          </p:cNvSpPr>
          <p:nvPr>
            <p:ph type="body" sz="quarter"/>
          </p:nvPr>
        </p:nvSpPr>
        <p:spPr>
          <a:xfrm>
            <a:off x="977773" y="3198955"/>
            <a:ext cx="7822184" cy="2617327"/>
          </a:xfrm>
          <a:prstGeom prst="rect">
            <a:avLst/>
          </a:prstGeom>
        </p:spPr>
        <p:txBody>
          <a:bodyPr/>
          <a:lstStyle/>
          <a:p>
            <a:endParaRPr lang="en-US" altLang="zh-CN"/>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灯片编号占位符 2"/>
          <p:cNvSpPr>
            <a:spLocks noGrp="1"/>
          </p:cNvSpPr>
          <p:nvPr>
            <p:ph type="sldNum" sz="quarter" idx="5"/>
          </p:nvPr>
        </p:nvSpPr>
        <p:spPr/>
        <p:txBody>
          <a:bodyPr/>
          <a:lstStyle/>
          <a:p>
            <a:pPr lvl="0" algn="r"/>
            <a:fld id="{9A0DB2DC-4C9A-4742-B13C-FB6460FD3503}" type="slidenum">
              <a:rPr lang="zh-CN" altLang="en-US" dirty="0">
                <a:ea typeface="宋体" panose="02010600030101010101" pitchFamily="2" charset="-122"/>
              </a:rPr>
              <a:t>38</a:t>
            </a:fld>
            <a:endParaRPr lang="zh-CN" altLang="en-US" sz="1200" dirty="0">
              <a:ea typeface="宋体" panose="02010600030101010101" pitchFamily="2" charset="-122"/>
            </a:endParaRPr>
          </a:p>
        </p:txBody>
      </p:sp>
      <p:sp>
        <p:nvSpPr>
          <p:cNvPr id="4" name="文本占位符 3"/>
          <p:cNvSpPr>
            <a:spLocks noGrp="1"/>
          </p:cNvSpPr>
          <p:nvPr>
            <p:ph type="body" sz="quarter"/>
          </p:nvPr>
        </p:nvSpPr>
        <p:spPr>
          <a:xfrm>
            <a:off x="977773" y="3198955"/>
            <a:ext cx="7822184" cy="2617327"/>
          </a:xfrm>
          <a:prstGeom prst="rect">
            <a:avLst/>
          </a:prstGeom>
        </p:spPr>
        <p:txBody>
          <a:bodyPr/>
          <a:lstStyle/>
          <a:p>
            <a:endParaRPr lang="en-US" altLang="zh-CN"/>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灯片编号占位符 2"/>
          <p:cNvSpPr>
            <a:spLocks noGrp="1"/>
          </p:cNvSpPr>
          <p:nvPr>
            <p:ph type="sldNum" sz="quarter" idx="5"/>
          </p:nvPr>
        </p:nvSpPr>
        <p:spPr/>
        <p:txBody>
          <a:bodyPr/>
          <a:lstStyle/>
          <a:p>
            <a:pPr lvl="0" algn="r"/>
            <a:fld id="{9A0DB2DC-4C9A-4742-B13C-FB6460FD3503}" type="slidenum">
              <a:rPr lang="zh-CN" altLang="en-US" dirty="0">
                <a:ea typeface="宋体" panose="02010600030101010101" pitchFamily="2" charset="-122"/>
              </a:rPr>
              <a:t>39</a:t>
            </a:fld>
            <a:endParaRPr lang="zh-CN" altLang="en-US" sz="1200" dirty="0">
              <a:ea typeface="宋体" panose="02010600030101010101" pitchFamily="2" charset="-122"/>
            </a:endParaRPr>
          </a:p>
        </p:txBody>
      </p:sp>
      <p:sp>
        <p:nvSpPr>
          <p:cNvPr id="4" name="文本占位符 3"/>
          <p:cNvSpPr>
            <a:spLocks noGrp="1"/>
          </p:cNvSpPr>
          <p:nvPr>
            <p:ph type="body" sz="quarter"/>
          </p:nvPr>
        </p:nvSpPr>
        <p:spPr>
          <a:xfrm>
            <a:off x="977773" y="3198955"/>
            <a:ext cx="7822184" cy="2617327"/>
          </a:xfrm>
          <a:prstGeom prst="rect">
            <a:avLst/>
          </a:prstGeom>
        </p:spPr>
        <p:txBody>
          <a:bodyPr/>
          <a:lstStyle/>
          <a:p>
            <a:endParaRPr lang="en-US" altLang="zh-CN"/>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灯片编号占位符 2"/>
          <p:cNvSpPr>
            <a:spLocks noGrp="1"/>
          </p:cNvSpPr>
          <p:nvPr>
            <p:ph type="sldNum" sz="quarter" idx="5"/>
          </p:nvPr>
        </p:nvSpPr>
        <p:spPr/>
        <p:txBody>
          <a:bodyPr/>
          <a:lstStyle/>
          <a:p>
            <a:pPr lvl="0" algn="r"/>
            <a:fld id="{9A0DB2DC-4C9A-4742-B13C-FB6460FD3503}" type="slidenum">
              <a:rPr lang="zh-CN" altLang="en-US" dirty="0">
                <a:ea typeface="宋体" panose="02010600030101010101" pitchFamily="2" charset="-122"/>
              </a:rPr>
              <a:t>40</a:t>
            </a:fld>
            <a:endParaRPr lang="zh-CN" altLang="en-US" sz="1200" dirty="0">
              <a:ea typeface="宋体" panose="02010600030101010101" pitchFamily="2" charset="-122"/>
            </a:endParaRPr>
          </a:p>
        </p:txBody>
      </p:sp>
      <p:sp>
        <p:nvSpPr>
          <p:cNvPr id="4" name="文本占位符 3"/>
          <p:cNvSpPr>
            <a:spLocks noGrp="1"/>
          </p:cNvSpPr>
          <p:nvPr>
            <p:ph type="body" sz="quarter"/>
          </p:nvPr>
        </p:nvSpPr>
        <p:spPr>
          <a:xfrm>
            <a:off x="977773" y="3198955"/>
            <a:ext cx="7822184" cy="2617327"/>
          </a:xfrm>
          <a:prstGeom prst="rect">
            <a:avLst/>
          </a:prstGeom>
        </p:spPr>
        <p:txBody>
          <a:bodyPr/>
          <a:lstStyle/>
          <a:p>
            <a:endParaRPr lang="en-US" altLang="zh-CN"/>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灯片编号占位符 2"/>
          <p:cNvSpPr>
            <a:spLocks noGrp="1"/>
          </p:cNvSpPr>
          <p:nvPr>
            <p:ph type="sldNum" sz="quarter" idx="5"/>
          </p:nvPr>
        </p:nvSpPr>
        <p:spPr/>
        <p:txBody>
          <a:bodyPr/>
          <a:lstStyle/>
          <a:p>
            <a:pPr lvl="0" algn="r"/>
            <a:fld id="{9A0DB2DC-4C9A-4742-B13C-FB6460FD3503}" type="slidenum">
              <a:rPr lang="zh-CN" altLang="en-US" dirty="0">
                <a:ea typeface="宋体" panose="02010600030101010101" pitchFamily="2" charset="-122"/>
              </a:rPr>
              <a:t>41</a:t>
            </a:fld>
            <a:endParaRPr lang="zh-CN" altLang="en-US" sz="1200" dirty="0">
              <a:ea typeface="宋体" panose="02010600030101010101" pitchFamily="2" charset="-122"/>
            </a:endParaRPr>
          </a:p>
        </p:txBody>
      </p:sp>
      <p:sp>
        <p:nvSpPr>
          <p:cNvPr id="4" name="文本占位符 3"/>
          <p:cNvSpPr>
            <a:spLocks noGrp="1"/>
          </p:cNvSpPr>
          <p:nvPr>
            <p:ph type="body" sz="quarter"/>
          </p:nvPr>
        </p:nvSpPr>
        <p:spPr>
          <a:xfrm>
            <a:off x="977773" y="3198955"/>
            <a:ext cx="7822184" cy="2617327"/>
          </a:xfrm>
          <a:prstGeom prst="rect">
            <a:avLst/>
          </a:prstGeom>
        </p:spPr>
        <p:txBody>
          <a:bodyPr/>
          <a:lstStyle/>
          <a:p>
            <a:endParaRPr lang="en-US" altLang="zh-CN"/>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灯片编号占位符 2"/>
          <p:cNvSpPr>
            <a:spLocks noGrp="1"/>
          </p:cNvSpPr>
          <p:nvPr>
            <p:ph type="sldNum" sz="quarter" idx="5"/>
          </p:nvPr>
        </p:nvSpPr>
        <p:spPr/>
        <p:txBody>
          <a:bodyPr/>
          <a:lstStyle/>
          <a:p>
            <a:pPr lvl="0" algn="r"/>
            <a:fld id="{9A0DB2DC-4C9A-4742-B13C-FB6460FD3503}" type="slidenum">
              <a:rPr lang="zh-CN" altLang="en-US" dirty="0">
                <a:ea typeface="宋体" panose="02010600030101010101" pitchFamily="2" charset="-122"/>
              </a:rPr>
              <a:t>42</a:t>
            </a:fld>
            <a:endParaRPr lang="zh-CN" altLang="en-US" sz="1200" dirty="0">
              <a:ea typeface="宋体" panose="02010600030101010101" pitchFamily="2" charset="-122"/>
            </a:endParaRPr>
          </a:p>
        </p:txBody>
      </p:sp>
      <p:sp>
        <p:nvSpPr>
          <p:cNvPr id="4" name="文本占位符 3"/>
          <p:cNvSpPr>
            <a:spLocks noGrp="1"/>
          </p:cNvSpPr>
          <p:nvPr>
            <p:ph type="body" sz="quarter"/>
          </p:nvPr>
        </p:nvSpPr>
        <p:spPr>
          <a:xfrm>
            <a:off x="977773" y="3198955"/>
            <a:ext cx="7822184" cy="2617327"/>
          </a:xfrm>
          <a:prstGeom prst="rect">
            <a:avLst/>
          </a:prstGeom>
        </p:spPr>
        <p:txBody>
          <a:bodyPr/>
          <a:lstStyle/>
          <a:p>
            <a:endParaRPr lang="en-US" altLang="zh-CN"/>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灯片编号占位符 2"/>
          <p:cNvSpPr>
            <a:spLocks noGrp="1"/>
          </p:cNvSpPr>
          <p:nvPr>
            <p:ph type="sldNum" sz="quarter" idx="5"/>
          </p:nvPr>
        </p:nvSpPr>
        <p:spPr/>
        <p:txBody>
          <a:bodyPr/>
          <a:lstStyle/>
          <a:p>
            <a:pPr lvl="0" algn="r"/>
            <a:fld id="{9A0DB2DC-4C9A-4742-B13C-FB6460FD3503}" type="slidenum">
              <a:rPr lang="zh-CN" altLang="en-US" dirty="0">
                <a:ea typeface="宋体" panose="02010600030101010101" pitchFamily="2" charset="-122"/>
              </a:rPr>
              <a:t>43</a:t>
            </a:fld>
            <a:endParaRPr lang="zh-CN" altLang="en-US" sz="1200" dirty="0">
              <a:ea typeface="宋体" panose="02010600030101010101" pitchFamily="2" charset="-122"/>
            </a:endParaRPr>
          </a:p>
        </p:txBody>
      </p:sp>
      <p:sp>
        <p:nvSpPr>
          <p:cNvPr id="4" name="文本占位符 3"/>
          <p:cNvSpPr>
            <a:spLocks noGrp="1"/>
          </p:cNvSpPr>
          <p:nvPr>
            <p:ph type="body" sz="quarter"/>
          </p:nvPr>
        </p:nvSpPr>
        <p:spPr>
          <a:xfrm>
            <a:off x="977773" y="3198955"/>
            <a:ext cx="7822184" cy="2617327"/>
          </a:xfrm>
          <a:prstGeom prst="rect">
            <a:avLst/>
          </a:prstGeom>
        </p:spPr>
        <p:txBody>
          <a:bodyPr/>
          <a:lstStyle/>
          <a:p>
            <a:endParaRPr lang="en-US" altLang="zh-CN"/>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灯片编号占位符 2"/>
          <p:cNvSpPr>
            <a:spLocks noGrp="1"/>
          </p:cNvSpPr>
          <p:nvPr>
            <p:ph type="sldNum" sz="quarter" idx="5"/>
          </p:nvPr>
        </p:nvSpPr>
        <p:spPr/>
        <p:txBody>
          <a:bodyPr/>
          <a:lstStyle/>
          <a:p>
            <a:pPr lvl="0" algn="r"/>
            <a:fld id="{9A0DB2DC-4C9A-4742-B13C-FB6460FD3503}" type="slidenum">
              <a:rPr lang="zh-CN" altLang="en-US" dirty="0">
                <a:ea typeface="宋体" panose="02010600030101010101" pitchFamily="2" charset="-122"/>
              </a:rPr>
              <a:t>44</a:t>
            </a:fld>
            <a:endParaRPr lang="zh-CN" altLang="en-US" sz="1200" dirty="0">
              <a:ea typeface="宋体" panose="02010600030101010101" pitchFamily="2" charset="-122"/>
            </a:endParaRPr>
          </a:p>
        </p:txBody>
      </p:sp>
      <p:sp>
        <p:nvSpPr>
          <p:cNvPr id="4" name="文本占位符 3"/>
          <p:cNvSpPr>
            <a:spLocks noGrp="1"/>
          </p:cNvSpPr>
          <p:nvPr>
            <p:ph type="body" sz="quarter"/>
          </p:nvPr>
        </p:nvSpPr>
        <p:spPr>
          <a:xfrm>
            <a:off x="977773" y="3198955"/>
            <a:ext cx="7822184" cy="2617327"/>
          </a:xfrm>
          <a:prstGeom prst="rect">
            <a:avLst/>
          </a:prstGeom>
        </p:spPr>
        <p:txBody>
          <a:bodyPr/>
          <a:lstStyle/>
          <a:p>
            <a:endParaRPr lang="en-US" altLang="zh-CN"/>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灯片编号占位符 2"/>
          <p:cNvSpPr>
            <a:spLocks noGrp="1"/>
          </p:cNvSpPr>
          <p:nvPr>
            <p:ph type="sldNum" sz="quarter" idx="5"/>
          </p:nvPr>
        </p:nvSpPr>
        <p:spPr/>
        <p:txBody>
          <a:bodyPr/>
          <a:lstStyle/>
          <a:p>
            <a:pPr lvl="0" algn="r"/>
            <a:fld id="{9A0DB2DC-4C9A-4742-B13C-FB6460FD3503}" type="slidenum">
              <a:rPr lang="zh-CN" altLang="en-US" dirty="0">
                <a:ea typeface="宋体" panose="02010600030101010101" pitchFamily="2" charset="-122"/>
              </a:rPr>
              <a:t>45</a:t>
            </a:fld>
            <a:endParaRPr lang="zh-CN" altLang="en-US" sz="1200" dirty="0">
              <a:ea typeface="宋体" panose="02010600030101010101" pitchFamily="2" charset="-122"/>
            </a:endParaRPr>
          </a:p>
        </p:txBody>
      </p:sp>
      <p:sp>
        <p:nvSpPr>
          <p:cNvPr id="4" name="文本占位符 3"/>
          <p:cNvSpPr>
            <a:spLocks noGrp="1"/>
          </p:cNvSpPr>
          <p:nvPr>
            <p:ph type="body" sz="quarter"/>
          </p:nvPr>
        </p:nvSpPr>
        <p:spPr>
          <a:xfrm>
            <a:off x="977773" y="3198955"/>
            <a:ext cx="7822184" cy="2617327"/>
          </a:xfrm>
          <a:prstGeom prst="rect">
            <a:avLst/>
          </a:prstGeom>
        </p:spPr>
        <p:txBody>
          <a:bodyPr/>
          <a:lstStyle/>
          <a:p>
            <a:endParaRPr lang="en-US" altLang="zh-CN"/>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灯片编号占位符 2"/>
          <p:cNvSpPr>
            <a:spLocks noGrp="1"/>
          </p:cNvSpPr>
          <p:nvPr>
            <p:ph type="sldNum" sz="quarter" idx="5"/>
          </p:nvPr>
        </p:nvSpPr>
        <p:spPr/>
        <p:txBody>
          <a:bodyPr/>
          <a:lstStyle/>
          <a:p>
            <a:pPr lvl="0" algn="r"/>
            <a:fld id="{9A0DB2DC-4C9A-4742-B13C-FB6460FD3503}" type="slidenum">
              <a:rPr lang="zh-CN" altLang="en-US" dirty="0">
                <a:ea typeface="宋体" panose="02010600030101010101" pitchFamily="2" charset="-122"/>
              </a:rPr>
              <a:t>46</a:t>
            </a:fld>
            <a:endParaRPr lang="zh-CN" altLang="en-US" sz="1200" dirty="0">
              <a:ea typeface="宋体" panose="02010600030101010101" pitchFamily="2" charset="-122"/>
            </a:endParaRPr>
          </a:p>
        </p:txBody>
      </p:sp>
      <p:sp>
        <p:nvSpPr>
          <p:cNvPr id="4" name="文本占位符 3"/>
          <p:cNvSpPr>
            <a:spLocks noGrp="1"/>
          </p:cNvSpPr>
          <p:nvPr>
            <p:ph type="body" sz="quarter"/>
          </p:nvPr>
        </p:nvSpPr>
        <p:spPr>
          <a:xfrm>
            <a:off x="977773" y="3198955"/>
            <a:ext cx="7822184" cy="2617327"/>
          </a:xfrm>
          <a:prstGeom prst="rect">
            <a:avLst/>
          </a:prstGeom>
        </p:spPr>
        <p:txBody>
          <a:bodyPr/>
          <a:lstStyle/>
          <a:p>
            <a:endParaRPr lang="en-US" altLang="zh-CN"/>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灯片编号占位符 2"/>
          <p:cNvSpPr>
            <a:spLocks noGrp="1"/>
          </p:cNvSpPr>
          <p:nvPr>
            <p:ph type="sldNum" sz="quarter" idx="5"/>
          </p:nvPr>
        </p:nvSpPr>
        <p:spPr/>
        <p:txBody>
          <a:bodyPr/>
          <a:lstStyle/>
          <a:p>
            <a:pPr lvl="0" algn="r"/>
            <a:fld id="{9A0DB2DC-4C9A-4742-B13C-FB6460FD3503}" type="slidenum">
              <a:rPr lang="zh-CN" altLang="en-US" dirty="0">
                <a:ea typeface="宋体" panose="02010600030101010101" pitchFamily="2" charset="-122"/>
              </a:rPr>
              <a:t>47</a:t>
            </a:fld>
            <a:endParaRPr lang="zh-CN" altLang="en-US" sz="1200" dirty="0">
              <a:ea typeface="宋体" panose="02010600030101010101" pitchFamily="2" charset="-122"/>
            </a:endParaRPr>
          </a:p>
        </p:txBody>
      </p:sp>
      <p:sp>
        <p:nvSpPr>
          <p:cNvPr id="4" name="文本占位符 3"/>
          <p:cNvSpPr>
            <a:spLocks noGrp="1"/>
          </p:cNvSpPr>
          <p:nvPr>
            <p:ph type="body" sz="quarter"/>
          </p:nvPr>
        </p:nvSpPr>
        <p:spPr>
          <a:xfrm>
            <a:off x="977773" y="3198955"/>
            <a:ext cx="7822184" cy="2617327"/>
          </a:xfrm>
          <a:prstGeom prst="rect">
            <a:avLst/>
          </a:prstGeom>
        </p:spPr>
        <p:txBody>
          <a:bodyPr/>
          <a:lstStyle/>
          <a:p>
            <a:endParaRPr lang="en-US" altLang="zh-CN"/>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灯片编号占位符 2"/>
          <p:cNvSpPr>
            <a:spLocks noGrp="1"/>
          </p:cNvSpPr>
          <p:nvPr>
            <p:ph type="sldNum" sz="quarter" idx="5"/>
          </p:nvPr>
        </p:nvSpPr>
        <p:spPr/>
        <p:txBody>
          <a:bodyPr/>
          <a:lstStyle/>
          <a:p>
            <a:pPr lvl="0" algn="r"/>
            <a:fld id="{9A0DB2DC-4C9A-4742-B13C-FB6460FD3503}" type="slidenum">
              <a:rPr lang="zh-CN" altLang="en-US" dirty="0">
                <a:ea typeface="宋体" panose="02010600030101010101" pitchFamily="2" charset="-122"/>
              </a:rPr>
              <a:t>48</a:t>
            </a:fld>
            <a:endParaRPr lang="zh-CN" altLang="en-US" sz="1200" dirty="0">
              <a:ea typeface="宋体" panose="02010600030101010101" pitchFamily="2" charset="-122"/>
            </a:endParaRPr>
          </a:p>
        </p:txBody>
      </p:sp>
      <p:sp>
        <p:nvSpPr>
          <p:cNvPr id="4" name="文本占位符 3"/>
          <p:cNvSpPr>
            <a:spLocks noGrp="1"/>
          </p:cNvSpPr>
          <p:nvPr>
            <p:ph type="body" sz="quarter"/>
          </p:nvPr>
        </p:nvSpPr>
        <p:spPr>
          <a:xfrm>
            <a:off x="977773" y="3198955"/>
            <a:ext cx="7822184" cy="2617327"/>
          </a:xfrm>
          <a:prstGeom prst="rect">
            <a:avLst/>
          </a:prstGeom>
        </p:spPr>
        <p:txBody>
          <a:bodyPr/>
          <a:lstStyle/>
          <a:p>
            <a:endParaRPr lang="en-US" altLang="zh-CN"/>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灯片编号占位符 2"/>
          <p:cNvSpPr>
            <a:spLocks noGrp="1"/>
          </p:cNvSpPr>
          <p:nvPr>
            <p:ph type="sldNum" sz="quarter" idx="5"/>
          </p:nvPr>
        </p:nvSpPr>
        <p:spPr/>
        <p:txBody>
          <a:bodyPr/>
          <a:lstStyle/>
          <a:p>
            <a:pPr lvl="0" algn="r"/>
            <a:fld id="{9A0DB2DC-4C9A-4742-B13C-FB6460FD3503}" type="slidenum">
              <a:rPr lang="zh-CN" altLang="en-US" dirty="0">
                <a:ea typeface="宋体" panose="02010600030101010101" pitchFamily="2" charset="-122"/>
              </a:rPr>
              <a:t>49</a:t>
            </a:fld>
            <a:endParaRPr lang="zh-CN" altLang="en-US" sz="1200" dirty="0">
              <a:ea typeface="宋体" panose="02010600030101010101" pitchFamily="2" charset="-122"/>
            </a:endParaRPr>
          </a:p>
        </p:txBody>
      </p:sp>
      <p:sp>
        <p:nvSpPr>
          <p:cNvPr id="4" name="文本占位符 3"/>
          <p:cNvSpPr>
            <a:spLocks noGrp="1"/>
          </p:cNvSpPr>
          <p:nvPr>
            <p:ph type="body" sz="quarter"/>
          </p:nvPr>
        </p:nvSpPr>
        <p:spPr>
          <a:xfrm>
            <a:off x="977773" y="3198955"/>
            <a:ext cx="7822184" cy="2617327"/>
          </a:xfrm>
          <a:prstGeom prst="rect">
            <a:avLst/>
          </a:prstGeom>
        </p:spPr>
        <p:txBody>
          <a:bodyPr/>
          <a:lstStyle/>
          <a:p>
            <a:endParaRPr lang="en-US" altLang="zh-CN"/>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灯片编号占位符 2"/>
          <p:cNvSpPr>
            <a:spLocks noGrp="1"/>
          </p:cNvSpPr>
          <p:nvPr>
            <p:ph type="sldNum" sz="quarter" idx="5"/>
          </p:nvPr>
        </p:nvSpPr>
        <p:spPr/>
        <p:txBody>
          <a:bodyPr/>
          <a:lstStyle/>
          <a:p>
            <a:pPr lvl="0" algn="r"/>
            <a:fld id="{9A0DB2DC-4C9A-4742-B13C-FB6460FD3503}" type="slidenum">
              <a:rPr lang="zh-CN" altLang="en-US" dirty="0">
                <a:ea typeface="宋体" panose="02010600030101010101" pitchFamily="2" charset="-122"/>
              </a:rPr>
              <a:t>50</a:t>
            </a:fld>
            <a:endParaRPr lang="zh-CN" altLang="en-US" sz="1200" dirty="0">
              <a:ea typeface="宋体" panose="02010600030101010101" pitchFamily="2" charset="-122"/>
            </a:endParaRPr>
          </a:p>
        </p:txBody>
      </p:sp>
      <p:sp>
        <p:nvSpPr>
          <p:cNvPr id="4" name="文本占位符 3"/>
          <p:cNvSpPr>
            <a:spLocks noGrp="1"/>
          </p:cNvSpPr>
          <p:nvPr>
            <p:ph type="body" sz="quarter"/>
          </p:nvPr>
        </p:nvSpPr>
        <p:spPr>
          <a:xfrm>
            <a:off x="977773" y="3198955"/>
            <a:ext cx="7822184" cy="2617327"/>
          </a:xfrm>
          <a:prstGeom prst="rect">
            <a:avLst/>
          </a:prstGeom>
        </p:spPr>
        <p:txBody>
          <a:bodyPr/>
          <a:lstStyle/>
          <a:p>
            <a:endParaRPr lang="en-US" altLang="zh-CN"/>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灯片编号占位符 2"/>
          <p:cNvSpPr>
            <a:spLocks noGrp="1"/>
          </p:cNvSpPr>
          <p:nvPr>
            <p:ph type="sldNum" sz="quarter" idx="5"/>
          </p:nvPr>
        </p:nvSpPr>
        <p:spPr/>
        <p:txBody>
          <a:bodyPr/>
          <a:lstStyle/>
          <a:p>
            <a:pPr lvl="0" algn="r"/>
            <a:fld id="{9A0DB2DC-4C9A-4742-B13C-FB6460FD3503}" type="slidenum">
              <a:rPr lang="zh-CN" altLang="en-US" dirty="0">
                <a:ea typeface="宋体" panose="02010600030101010101" pitchFamily="2" charset="-122"/>
              </a:rPr>
              <a:t>51</a:t>
            </a:fld>
            <a:endParaRPr lang="zh-CN" altLang="en-US" sz="1200" dirty="0">
              <a:ea typeface="宋体" panose="02010600030101010101" pitchFamily="2" charset="-122"/>
            </a:endParaRPr>
          </a:p>
        </p:txBody>
      </p:sp>
      <p:sp>
        <p:nvSpPr>
          <p:cNvPr id="4" name="文本占位符 3"/>
          <p:cNvSpPr>
            <a:spLocks noGrp="1"/>
          </p:cNvSpPr>
          <p:nvPr>
            <p:ph type="body" sz="quarter"/>
          </p:nvPr>
        </p:nvSpPr>
        <p:spPr>
          <a:xfrm>
            <a:off x="943864" y="2857982"/>
            <a:ext cx="7550911" cy="2338349"/>
          </a:xfrm>
          <a:prstGeom prst="rect">
            <a:avLst/>
          </a:prstGeom>
        </p:spPr>
        <p:txBody>
          <a:bodyPr/>
          <a:lstStyle/>
          <a:p>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4500"/>
            </a:lvl1pPr>
          </a:lstStyle>
          <a:p>
            <a:r>
              <a:rPr lang="zh-CN" altLang="en-US"/>
              <a:t>单击此处编辑母版标题样式</a:t>
            </a:r>
          </a:p>
        </p:txBody>
      </p:sp>
      <p:sp>
        <p:nvSpPr>
          <p:cNvPr id="3" name="副标题 2"/>
          <p:cNvSpPr>
            <a:spLocks noGrp="1"/>
          </p:cNvSpPr>
          <p:nvPr>
            <p:ph type="subTitle" idx="1"/>
          </p:nvPr>
        </p:nvSpPr>
        <p:spPr>
          <a:xfrm>
            <a:off x="1524000" y="3602038"/>
            <a:ext cx="9144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zh-CN" altLang="en-US"/>
              <a:t>单击此处编辑母版副标题样式</a:t>
            </a:r>
          </a:p>
        </p:txBody>
      </p:sp>
      <p:sp>
        <p:nvSpPr>
          <p:cNvPr id="4" name="日期占位符 3"/>
          <p:cNvSpPr>
            <a:spLocks noGrp="1"/>
          </p:cNvSpPr>
          <p:nvPr>
            <p:ph type="dt" sz="half" idx="10"/>
          </p:nvPr>
        </p:nvSpPr>
        <p:spPr/>
        <p:txBody>
          <a:bodyPr/>
          <a:lstStyle/>
          <a:p>
            <a:pPr lvl="0"/>
            <a:fld id="{BB962C8B-B14F-4D97-AF65-F5344CB8AC3E}" type="datetime1">
              <a:rPr lang="zh-CN" altLang="en-US" dirty="0"/>
              <a:t>2025/3/5</a:t>
            </a:fld>
            <a:endParaRPr lang="zh-CN" altLang="en-US" dirty="0"/>
          </a:p>
        </p:txBody>
      </p:sp>
      <p:sp>
        <p:nvSpPr>
          <p:cNvPr id="5" name="页脚占位符 4"/>
          <p:cNvSpPr>
            <a:spLocks noGrp="1"/>
          </p:cNvSpPr>
          <p:nvPr>
            <p:ph type="ftr" sz="quarter" idx="11"/>
          </p:nvPr>
        </p:nvSpPr>
        <p:spPr/>
        <p:txBody>
          <a:bodyPr/>
          <a:lstStyle/>
          <a:p>
            <a:pPr lvl="0"/>
            <a:endParaRPr/>
          </a:p>
        </p:txBody>
      </p:sp>
      <p:sp>
        <p:nvSpPr>
          <p:cNvPr id="6" name="灯片编号占位符 5"/>
          <p:cNvSpPr>
            <a:spLocks noGrp="1"/>
          </p:cNvSpPr>
          <p:nvPr>
            <p:ph type="sldNum" sz="quarter" idx="12"/>
          </p:nvPr>
        </p:nvSpPr>
        <p:spPr/>
        <p:txBody>
          <a:bodyPr/>
          <a:lstStyle/>
          <a:p>
            <a:pPr lvl="0"/>
            <a:fld id="{9A0DB2DC-4C9A-4742-B13C-FB6460FD3503}" type="slidenum">
              <a:rPr lang="zh-CN" altLang="en-US" dirty="0"/>
              <a:t>‹#›</a:t>
            </a:fld>
            <a:endParaRPr lang="zh-CN" alt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pPr lvl="0"/>
            <a:fld id="{BB962C8B-B14F-4D97-AF65-F5344CB8AC3E}" type="datetime1">
              <a:rPr lang="zh-CN" altLang="en-US" dirty="0"/>
              <a:t>2025/3/5</a:t>
            </a:fld>
            <a:endParaRPr lang="zh-CN" altLang="en-US" dirty="0"/>
          </a:p>
        </p:txBody>
      </p:sp>
      <p:sp>
        <p:nvSpPr>
          <p:cNvPr id="5" name="页脚占位符 4"/>
          <p:cNvSpPr>
            <a:spLocks noGrp="1"/>
          </p:cNvSpPr>
          <p:nvPr>
            <p:ph type="ftr" sz="quarter" idx="11"/>
          </p:nvPr>
        </p:nvSpPr>
        <p:spPr/>
        <p:txBody>
          <a:bodyPr/>
          <a:lstStyle/>
          <a:p>
            <a:pPr lvl="0"/>
            <a:endParaRPr/>
          </a:p>
        </p:txBody>
      </p:sp>
      <p:sp>
        <p:nvSpPr>
          <p:cNvPr id="6" name="灯片编号占位符 5"/>
          <p:cNvSpPr>
            <a:spLocks noGrp="1"/>
          </p:cNvSpPr>
          <p:nvPr>
            <p:ph type="sldNum" sz="quarter" idx="12"/>
          </p:nvPr>
        </p:nvSpPr>
        <p:spPr/>
        <p:txBody>
          <a:bodyPr/>
          <a:lstStyle/>
          <a:p>
            <a:pPr lvl="0"/>
            <a:fld id="{9A0DB2DC-4C9A-4742-B13C-FB6460FD3503}" type="slidenum">
              <a:rPr lang="zh-CN" altLang="en-US" dirty="0"/>
              <a:t>‹#›</a:t>
            </a:fld>
            <a:endParaRPr lang="zh-CN" alt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1" y="1709738"/>
            <a:ext cx="10515600" cy="2852737"/>
          </a:xfrm>
        </p:spPr>
        <p:txBody>
          <a:bodyPr anchor="b"/>
          <a:lstStyle>
            <a:lvl1pPr>
              <a:defRPr sz="4500"/>
            </a:lvl1pPr>
          </a:lstStyle>
          <a:p>
            <a:r>
              <a:rPr lang="zh-CN" altLang="en-US"/>
              <a:t>单击此处编辑母版标题样式</a:t>
            </a:r>
          </a:p>
        </p:txBody>
      </p:sp>
      <p:sp>
        <p:nvSpPr>
          <p:cNvPr id="3" name="文本占位符 2"/>
          <p:cNvSpPr>
            <a:spLocks noGrp="1"/>
          </p:cNvSpPr>
          <p:nvPr>
            <p:ph type="body" idx="1"/>
          </p:nvPr>
        </p:nvSpPr>
        <p:spPr>
          <a:xfrm>
            <a:off x="831851" y="4589463"/>
            <a:ext cx="105156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zh-CN" altLang="en-US"/>
              <a:t>单击此处编辑母版文本样式</a:t>
            </a:r>
          </a:p>
        </p:txBody>
      </p:sp>
      <p:sp>
        <p:nvSpPr>
          <p:cNvPr id="4" name="日期占位符 3"/>
          <p:cNvSpPr>
            <a:spLocks noGrp="1"/>
          </p:cNvSpPr>
          <p:nvPr>
            <p:ph type="dt" sz="half" idx="10"/>
          </p:nvPr>
        </p:nvSpPr>
        <p:spPr/>
        <p:txBody>
          <a:bodyPr/>
          <a:lstStyle/>
          <a:p>
            <a:pPr lvl="0"/>
            <a:fld id="{BB962C8B-B14F-4D97-AF65-F5344CB8AC3E}" type="datetime1">
              <a:rPr lang="zh-CN" altLang="en-US" dirty="0"/>
              <a:t>2025/3/5</a:t>
            </a:fld>
            <a:endParaRPr lang="zh-CN" altLang="en-US" dirty="0"/>
          </a:p>
        </p:txBody>
      </p:sp>
      <p:sp>
        <p:nvSpPr>
          <p:cNvPr id="5" name="页脚占位符 4"/>
          <p:cNvSpPr>
            <a:spLocks noGrp="1"/>
          </p:cNvSpPr>
          <p:nvPr>
            <p:ph type="ftr" sz="quarter" idx="11"/>
          </p:nvPr>
        </p:nvSpPr>
        <p:spPr/>
        <p:txBody>
          <a:bodyPr/>
          <a:lstStyle/>
          <a:p>
            <a:pPr lvl="0"/>
            <a:endParaRPr/>
          </a:p>
        </p:txBody>
      </p:sp>
      <p:sp>
        <p:nvSpPr>
          <p:cNvPr id="6" name="灯片编号占位符 5"/>
          <p:cNvSpPr>
            <a:spLocks noGrp="1"/>
          </p:cNvSpPr>
          <p:nvPr>
            <p:ph type="sldNum" sz="quarter" idx="12"/>
          </p:nvPr>
        </p:nvSpPr>
        <p:spPr/>
        <p:txBody>
          <a:bodyPr/>
          <a:lstStyle/>
          <a:p>
            <a:pPr lvl="0"/>
            <a:fld id="{9A0DB2DC-4C9A-4742-B13C-FB6460FD3503}" type="slidenum">
              <a:rPr lang="zh-CN" altLang="en-US" dirty="0"/>
              <a:t>‹#›</a:t>
            </a:fld>
            <a:endParaRPr lang="zh-CN" alt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609600" y="1600200"/>
            <a:ext cx="5376672" cy="4525963"/>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6205728" y="1600200"/>
            <a:ext cx="5376672" cy="4525963"/>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p:cNvSpPr>
            <a:spLocks noGrp="1"/>
          </p:cNvSpPr>
          <p:nvPr>
            <p:ph type="dt" sz="half" idx="10"/>
          </p:nvPr>
        </p:nvSpPr>
        <p:spPr/>
        <p:txBody>
          <a:bodyPr/>
          <a:lstStyle/>
          <a:p>
            <a:pPr lvl="0"/>
            <a:fld id="{BB962C8B-B14F-4D97-AF65-F5344CB8AC3E}" type="datetime1">
              <a:rPr lang="zh-CN" altLang="en-US" dirty="0"/>
              <a:t>2025/3/5</a:t>
            </a:fld>
            <a:endParaRPr lang="zh-CN" altLang="en-US" dirty="0"/>
          </a:p>
        </p:txBody>
      </p:sp>
      <p:sp>
        <p:nvSpPr>
          <p:cNvPr id="6" name="页脚占位符 5"/>
          <p:cNvSpPr>
            <a:spLocks noGrp="1"/>
          </p:cNvSpPr>
          <p:nvPr>
            <p:ph type="ftr" sz="quarter" idx="11"/>
          </p:nvPr>
        </p:nvSpPr>
        <p:spPr/>
        <p:txBody>
          <a:bodyPr/>
          <a:lstStyle/>
          <a:p>
            <a:pPr lvl="0"/>
            <a:endParaRPr/>
          </a:p>
        </p:txBody>
      </p:sp>
      <p:sp>
        <p:nvSpPr>
          <p:cNvPr id="7" name="灯片编号占位符 6"/>
          <p:cNvSpPr>
            <a:spLocks noGrp="1"/>
          </p:cNvSpPr>
          <p:nvPr>
            <p:ph type="sldNum" sz="quarter" idx="12"/>
          </p:nvPr>
        </p:nvSpPr>
        <p:spPr/>
        <p:txBody>
          <a:bodyPr/>
          <a:lstStyle/>
          <a:p>
            <a:pPr lvl="0"/>
            <a:fld id="{9A0DB2DC-4C9A-4742-B13C-FB6460FD3503}" type="slidenum">
              <a:rPr lang="zh-CN" altLang="en-US" dirty="0"/>
              <a:t>‹#›</a:t>
            </a:fld>
            <a:endParaRPr lang="zh-CN" alt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p:cNvSpPr>
            <a:spLocks noGrp="1"/>
          </p:cNvSpPr>
          <p:nvPr>
            <p:ph type="body" idx="1"/>
          </p:nvPr>
        </p:nvSpPr>
        <p:spPr>
          <a:xfrm>
            <a:off x="1186775" y="1778438"/>
            <a:ext cx="4873575"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a:r>
              <a:rPr lang="zh-CN" altLang="en-US"/>
              <a:t>单击此处编辑母版文本样式</a:t>
            </a:r>
          </a:p>
        </p:txBody>
      </p:sp>
      <p:sp>
        <p:nvSpPr>
          <p:cNvPr id="4" name="内容占位符 3"/>
          <p:cNvSpPr>
            <a:spLocks noGrp="1"/>
          </p:cNvSpPr>
          <p:nvPr>
            <p:ph sz="half" idx="2"/>
          </p:nvPr>
        </p:nvSpPr>
        <p:spPr>
          <a:xfrm>
            <a:off x="1186775" y="2665379"/>
            <a:ext cx="4873575" cy="3524284"/>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6256939" y="1778438"/>
            <a:ext cx="4897576"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a:r>
              <a:rPr lang="zh-CN" altLang="en-US"/>
              <a:t>单击此处编辑母版文本样式</a:t>
            </a:r>
          </a:p>
        </p:txBody>
      </p:sp>
      <p:sp>
        <p:nvSpPr>
          <p:cNvPr id="6" name="内容占位符 5"/>
          <p:cNvSpPr>
            <a:spLocks noGrp="1"/>
          </p:cNvSpPr>
          <p:nvPr>
            <p:ph sz="quarter" idx="4"/>
          </p:nvPr>
        </p:nvSpPr>
        <p:spPr>
          <a:xfrm>
            <a:off x="6256939" y="2665379"/>
            <a:ext cx="4897576" cy="3524284"/>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nvPr>
        </p:nvSpPr>
        <p:spPr/>
        <p:txBody>
          <a:bodyPr/>
          <a:lstStyle/>
          <a:p>
            <a:pPr lvl="0"/>
            <a:fld id="{BB962C8B-B14F-4D97-AF65-F5344CB8AC3E}" type="datetime1">
              <a:rPr lang="zh-CN" altLang="en-US" dirty="0"/>
              <a:t>2025/3/5</a:t>
            </a:fld>
            <a:endParaRPr lang="zh-CN" altLang="en-US" dirty="0"/>
          </a:p>
        </p:txBody>
      </p:sp>
      <p:sp>
        <p:nvSpPr>
          <p:cNvPr id="8" name="页脚占位符 7"/>
          <p:cNvSpPr>
            <a:spLocks noGrp="1"/>
          </p:cNvSpPr>
          <p:nvPr>
            <p:ph type="ftr" sz="quarter" idx="11"/>
          </p:nvPr>
        </p:nvSpPr>
        <p:spPr/>
        <p:txBody>
          <a:bodyPr/>
          <a:lstStyle/>
          <a:p>
            <a:pPr lvl="0"/>
            <a:endParaRPr/>
          </a:p>
        </p:txBody>
      </p:sp>
      <p:sp>
        <p:nvSpPr>
          <p:cNvPr id="9" name="灯片编号占位符 8"/>
          <p:cNvSpPr>
            <a:spLocks noGrp="1"/>
          </p:cNvSpPr>
          <p:nvPr>
            <p:ph type="sldNum" sz="quarter" idx="12"/>
          </p:nvPr>
        </p:nvSpPr>
        <p:spPr/>
        <p:txBody>
          <a:bodyPr/>
          <a:lstStyle/>
          <a:p>
            <a:pPr lvl="0"/>
            <a:fld id="{9A0DB2DC-4C9A-4742-B13C-FB6460FD3503}" type="slidenum">
              <a:rPr lang="zh-CN" altLang="en-US" dirty="0"/>
              <a:t>‹#›</a:t>
            </a:fld>
            <a:endParaRPr lang="zh-CN" alt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pPr lvl="0"/>
            <a:fld id="{BB962C8B-B14F-4D97-AF65-F5344CB8AC3E}" type="datetime1">
              <a:rPr lang="zh-CN" altLang="en-US" dirty="0"/>
              <a:t>2025/3/5</a:t>
            </a:fld>
            <a:endParaRPr lang="zh-CN" altLang="en-US" dirty="0"/>
          </a:p>
        </p:txBody>
      </p:sp>
      <p:sp>
        <p:nvSpPr>
          <p:cNvPr id="4" name="页脚占位符 3"/>
          <p:cNvSpPr>
            <a:spLocks noGrp="1"/>
          </p:cNvSpPr>
          <p:nvPr>
            <p:ph type="ftr" sz="quarter" idx="11"/>
          </p:nvPr>
        </p:nvSpPr>
        <p:spPr/>
        <p:txBody>
          <a:bodyPr/>
          <a:lstStyle/>
          <a:p>
            <a:pPr lvl="0"/>
            <a:endParaRPr/>
          </a:p>
        </p:txBody>
      </p:sp>
      <p:sp>
        <p:nvSpPr>
          <p:cNvPr id="5" name="灯片编号占位符 4"/>
          <p:cNvSpPr>
            <a:spLocks noGrp="1"/>
          </p:cNvSpPr>
          <p:nvPr>
            <p:ph type="sldNum" sz="quarter" idx="12"/>
          </p:nvPr>
        </p:nvSpPr>
        <p:spPr/>
        <p:txBody>
          <a:bodyPr/>
          <a:lstStyle/>
          <a:p>
            <a:pPr lvl="0"/>
            <a:fld id="{9A0DB2DC-4C9A-4742-B13C-FB6460FD3503}" type="slidenum">
              <a:rPr lang="zh-CN" altLang="en-US" dirty="0"/>
              <a:t>‹#›</a:t>
            </a:fld>
            <a:endParaRPr lang="zh-CN" alt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pPr lvl="0"/>
            <a:fld id="{BB962C8B-B14F-4D97-AF65-F5344CB8AC3E}" type="datetime1">
              <a:rPr lang="zh-CN" altLang="en-US" dirty="0"/>
              <a:t>2025/3/5</a:t>
            </a:fld>
            <a:endParaRPr lang="zh-CN" altLang="en-US" dirty="0"/>
          </a:p>
        </p:txBody>
      </p:sp>
      <p:sp>
        <p:nvSpPr>
          <p:cNvPr id="3" name="页脚占位符 2"/>
          <p:cNvSpPr>
            <a:spLocks noGrp="1"/>
          </p:cNvSpPr>
          <p:nvPr>
            <p:ph type="ftr" sz="quarter" idx="11"/>
          </p:nvPr>
        </p:nvSpPr>
        <p:spPr/>
        <p:txBody>
          <a:bodyPr/>
          <a:lstStyle/>
          <a:p>
            <a:pPr lvl="0"/>
            <a:endParaRPr/>
          </a:p>
        </p:txBody>
      </p:sp>
      <p:sp>
        <p:nvSpPr>
          <p:cNvPr id="4" name="灯片编号占位符 3"/>
          <p:cNvSpPr>
            <a:spLocks noGrp="1"/>
          </p:cNvSpPr>
          <p:nvPr>
            <p:ph type="sldNum" sz="quarter" idx="12"/>
          </p:nvPr>
        </p:nvSpPr>
        <p:spPr/>
        <p:txBody>
          <a:bodyPr/>
          <a:lstStyle/>
          <a:p>
            <a:pPr lvl="0"/>
            <a:fld id="{9A0DB2DC-4C9A-4742-B13C-FB6460FD3503}" type="slidenum">
              <a:rPr lang="zh-CN" altLang="en-US" dirty="0"/>
              <a:t>‹#›</a:t>
            </a:fld>
            <a:endParaRPr lang="zh-CN" alt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2400"/>
            </a:lvl1pPr>
          </a:lstStyle>
          <a:p>
            <a:r>
              <a:rPr lang="zh-CN" altLang="en-US"/>
              <a:t>单击此处编辑母版标题样式</a:t>
            </a:r>
          </a:p>
        </p:txBody>
      </p:sp>
      <p:sp>
        <p:nvSpPr>
          <p:cNvPr id="3" name="内容占位符 2"/>
          <p:cNvSpPr>
            <a:spLocks noGrp="1"/>
          </p:cNvSpPr>
          <p:nvPr>
            <p:ph idx="1"/>
          </p:nvPr>
        </p:nvSpPr>
        <p:spPr>
          <a:xfrm>
            <a:off x="5183188" y="987425"/>
            <a:ext cx="617220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文本占位符 3"/>
          <p:cNvSpPr>
            <a:spLocks noGrp="1"/>
          </p:cNvSpPr>
          <p:nvPr>
            <p:ph type="body" sz="half" idx="2"/>
          </p:nvPr>
        </p:nvSpPr>
        <p:spPr>
          <a:xfrm>
            <a:off x="839788" y="2057400"/>
            <a:ext cx="3932237"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pPr lvl="0"/>
            <a:fld id="{BB962C8B-B14F-4D97-AF65-F5344CB8AC3E}" type="datetime1">
              <a:rPr lang="zh-CN" altLang="en-US" dirty="0"/>
              <a:t>2025/3/5</a:t>
            </a:fld>
            <a:endParaRPr lang="zh-CN" altLang="en-US" dirty="0"/>
          </a:p>
        </p:txBody>
      </p:sp>
      <p:sp>
        <p:nvSpPr>
          <p:cNvPr id="6" name="页脚占位符 5"/>
          <p:cNvSpPr>
            <a:spLocks noGrp="1"/>
          </p:cNvSpPr>
          <p:nvPr>
            <p:ph type="ftr" sz="quarter" idx="11"/>
          </p:nvPr>
        </p:nvSpPr>
        <p:spPr/>
        <p:txBody>
          <a:bodyPr/>
          <a:lstStyle/>
          <a:p>
            <a:pPr lvl="0"/>
            <a:endParaRPr/>
          </a:p>
        </p:txBody>
      </p:sp>
      <p:sp>
        <p:nvSpPr>
          <p:cNvPr id="7" name="灯片编号占位符 6"/>
          <p:cNvSpPr>
            <a:spLocks noGrp="1"/>
          </p:cNvSpPr>
          <p:nvPr>
            <p:ph type="sldNum" sz="quarter" idx="12"/>
          </p:nvPr>
        </p:nvSpPr>
        <p:spPr/>
        <p:txBody>
          <a:bodyPr/>
          <a:lstStyle/>
          <a:p>
            <a:pPr lvl="0"/>
            <a:fld id="{9A0DB2DC-4C9A-4742-B13C-FB6460FD3503}" type="slidenum">
              <a:rPr lang="zh-CN" altLang="en-US" dirty="0"/>
              <a:t>‹#›</a:t>
            </a:fld>
            <a:endParaRPr lang="zh-CN" alt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
                                            <p:txEl>
                                              <p:pRg st="0" end="0"/>
                                            </p:txEl>
                                          </p:spTgt>
                                        </p:tgtEl>
                                        <p:attrNameLst>
                                          <p:attrName>style.visibility</p:attrName>
                                        </p:attrNameLst>
                                      </p:cBhvr>
                                      <p:to>
                                        <p:strVal val="visible"/>
                                      </p:to>
                                    </p:set>
                                    <p:animEffect transition="in" filter="fade">
                                      <p:cBhvr>
                                        <p:cTn id="12" dur="500"/>
                                        <p:tgtEl>
                                          <p:spTgt spid="4">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0" end="0"/>
                                            </p:txEl>
                                          </p:spTgt>
                                        </p:tgtEl>
                                        <p:attrNameLst>
                                          <p:attrName>style.visibility</p:attrName>
                                        </p:attrNameLst>
                                      </p:cBhvr>
                                      <p:to>
                                        <p:strVal val="visible"/>
                                      </p:to>
                                    </p:set>
                                    <p:animEffect transition="in" filter="fade">
                                      <p:cBhvr>
                                        <p:cTn id="17" dur="500"/>
                                        <p:tgtEl>
                                          <p:spTgt spid="3">
                                            <p:txEl>
                                              <p:pRg st="0" end="0"/>
                                            </p:txEl>
                                          </p:spTgt>
                                        </p:tgtEl>
                                      </p:cBhvr>
                                    </p:animEffect>
                                  </p:childTnLst>
                                </p:cTn>
                              </p:par>
                              <p:par>
                                <p:cTn id="18" presetID="10" presetClass="entr" presetSubtype="0" fill="hold" grpId="0" nodeType="withEffect">
                                  <p:stCondLst>
                                    <p:cond delay="0"/>
                                  </p:stCondLst>
                                  <p:childTnLst>
                                    <p:set>
                                      <p:cBhvr>
                                        <p:cTn id="19" dur="1" fill="hold">
                                          <p:stCondLst>
                                            <p:cond delay="0"/>
                                          </p:stCondLst>
                                        </p:cTn>
                                        <p:tgtEl>
                                          <p:spTgt spid="3">
                                            <p:txEl>
                                              <p:pRg st="1" end="1"/>
                                            </p:txEl>
                                          </p:spTgt>
                                        </p:tgtEl>
                                        <p:attrNameLst>
                                          <p:attrName>style.visibility</p:attrName>
                                        </p:attrNameLst>
                                      </p:cBhvr>
                                      <p:to>
                                        <p:strVal val="visible"/>
                                      </p:to>
                                    </p:set>
                                    <p:animEffect transition="in" filter="fade">
                                      <p:cBhvr>
                                        <p:cTn id="20" dur="500"/>
                                        <p:tgtEl>
                                          <p:spTgt spid="3">
                                            <p:txEl>
                                              <p:pRg st="1" end="1"/>
                                            </p:txEl>
                                          </p:spTgt>
                                        </p:tgtEl>
                                      </p:cBhvr>
                                    </p:animEffect>
                                  </p:childTnLst>
                                </p:cTn>
                              </p:par>
                              <p:par>
                                <p:cTn id="21" presetID="10" presetClass="entr" presetSubtype="0" fill="hold" grpId="0" nodeType="withEffect">
                                  <p:stCondLst>
                                    <p:cond delay="0"/>
                                  </p:stCondLst>
                                  <p:childTnLst>
                                    <p:set>
                                      <p:cBhvr>
                                        <p:cTn id="22" dur="1" fill="hold">
                                          <p:stCondLst>
                                            <p:cond delay="0"/>
                                          </p:stCondLst>
                                        </p:cTn>
                                        <p:tgtEl>
                                          <p:spTgt spid="3">
                                            <p:txEl>
                                              <p:pRg st="2" end="2"/>
                                            </p:txEl>
                                          </p:spTgt>
                                        </p:tgtEl>
                                        <p:attrNameLst>
                                          <p:attrName>style.visibility</p:attrName>
                                        </p:attrNameLst>
                                      </p:cBhvr>
                                      <p:to>
                                        <p:strVal val="visible"/>
                                      </p:to>
                                    </p:set>
                                    <p:animEffect transition="in" filter="fade">
                                      <p:cBhvr>
                                        <p:cTn id="23" dur="500"/>
                                        <p:tgtEl>
                                          <p:spTgt spid="3">
                                            <p:txEl>
                                              <p:pRg st="2" end="2"/>
                                            </p:txEl>
                                          </p:spTgt>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3">
                                            <p:txEl>
                                              <p:pRg st="3" end="3"/>
                                            </p:txEl>
                                          </p:spTgt>
                                        </p:tgtEl>
                                        <p:attrNameLst>
                                          <p:attrName>style.visibility</p:attrName>
                                        </p:attrNameLst>
                                      </p:cBhvr>
                                      <p:to>
                                        <p:strVal val="visible"/>
                                      </p:to>
                                    </p:set>
                                    <p:animEffect transition="in" filter="fade">
                                      <p:cBhvr>
                                        <p:cTn id="26" dur="500"/>
                                        <p:tgtEl>
                                          <p:spTgt spid="3">
                                            <p:txEl>
                                              <p:pRg st="3" end="3"/>
                                            </p:txEl>
                                          </p:spTgt>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3">
                                            <p:txEl>
                                              <p:pRg st="4" end="4"/>
                                            </p:txEl>
                                          </p:spTgt>
                                        </p:tgtEl>
                                        <p:attrNameLst>
                                          <p:attrName>style.visibility</p:attrName>
                                        </p:attrNameLst>
                                      </p:cBhvr>
                                      <p:to>
                                        <p:strVal val="visible"/>
                                      </p:to>
                                    </p:set>
                                    <p:animEffect transition="in" filter="fade">
                                      <p:cBhvr>
                                        <p:cTn id="29"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tmplLst>
          <p:tmpl lvl="1">
            <p:tnLst>
              <p:par>
                <p:cTn presetID="10" presetClass="entr" presetSubtype="0" fill="hold" nodeType="click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fade">
                      <p:cBhvr>
                        <p:cTn dur="500"/>
                        <p:tgtEl>
                          <p:spTgt spid="3"/>
                        </p:tgtEl>
                      </p:cBhvr>
                    </p:animEffect>
                  </p:childTnLst>
                </p:cTn>
              </p:par>
            </p:tnLst>
          </p:tmpl>
          <p:tmpl lvl="2">
            <p:tnLst>
              <p:par>
                <p:cTn presetID="10" presetClass="entr" presetSubtype="0" fill="hold" nodeType="with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fade">
                      <p:cBhvr>
                        <p:cTn dur="500"/>
                        <p:tgtEl>
                          <p:spTgt spid="3"/>
                        </p:tgtEl>
                      </p:cBhvr>
                    </p:animEffect>
                  </p:childTnLst>
                </p:cTn>
              </p:par>
            </p:tnLst>
          </p:tmpl>
          <p:tmpl lvl="3">
            <p:tnLst>
              <p:par>
                <p:cTn presetID="10" presetClass="entr" presetSubtype="0" fill="hold" nodeType="with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fade">
                      <p:cBhvr>
                        <p:cTn dur="500"/>
                        <p:tgtEl>
                          <p:spTgt spid="3"/>
                        </p:tgtEl>
                      </p:cBhvr>
                    </p:animEffect>
                  </p:childTnLst>
                </p:cTn>
              </p:par>
            </p:tnLst>
          </p:tmpl>
          <p:tmpl lvl="4">
            <p:tnLst>
              <p:par>
                <p:cTn presetID="10" presetClass="entr" presetSubtype="0" fill="hold" nodeType="with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fade">
                      <p:cBhvr>
                        <p:cTn dur="500"/>
                        <p:tgtEl>
                          <p:spTgt spid="3"/>
                        </p:tgtEl>
                      </p:cBhvr>
                    </p:animEffect>
                  </p:childTnLst>
                </p:cTn>
              </p:par>
            </p:tnLst>
          </p:tmpl>
          <p:tmpl lvl="5">
            <p:tnLst>
              <p:par>
                <p:cTn presetID="10" presetClass="entr" presetSubtype="0" fill="hold" nodeType="with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fade">
                      <p:cBhvr>
                        <p:cTn dur="500"/>
                        <p:tgtEl>
                          <p:spTgt spid="3"/>
                        </p:tgtEl>
                      </p:cBhvr>
                    </p:animEffect>
                  </p:childTnLst>
                </p:cTn>
              </p:par>
            </p:tnLst>
          </p:tmpl>
        </p:tmplLst>
      </p:bldP>
      <p:bldP spid="4" grpId="0" build="p">
        <p:tmplLst>
          <p:tmpl lvl="1">
            <p:tnLst>
              <p:par>
                <p:cTn presetID="10" presetClass="entr" presetSubtype="0" fill="hold" nodeType="clickEffect">
                  <p:stCondLst>
                    <p:cond delay="0"/>
                  </p:stCondLst>
                  <p:childTnLst>
                    <p:set>
                      <p:cBhvr>
                        <p:cTn dur="1" fill="hold">
                          <p:stCondLst>
                            <p:cond delay="0"/>
                          </p:stCondLst>
                        </p:cTn>
                        <p:tgtEl>
                          <p:spTgt spid="4"/>
                        </p:tgtEl>
                        <p:attrNameLst>
                          <p:attrName>style.visibility</p:attrName>
                        </p:attrNameLst>
                      </p:cBhvr>
                      <p:to>
                        <p:strVal val="visible"/>
                      </p:to>
                    </p:set>
                    <p:animEffect transition="in" filter="fade">
                      <p:cBhvr>
                        <p:cTn dur="500"/>
                        <p:tgtEl>
                          <p:spTgt spid="4"/>
                        </p:tgtEl>
                      </p:cBhvr>
                    </p:animEffect>
                  </p:childTnLst>
                </p:cTn>
              </p:par>
            </p:tnLst>
          </p:tmpl>
        </p:tmplLst>
      </p:bldP>
    </p:bldLst>
  </p:timing>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4165349" cy="1600200"/>
          </a:xfrm>
        </p:spPr>
        <p:txBody>
          <a:bodyPr anchor="b"/>
          <a:lstStyle>
            <a:lvl1pPr>
              <a:defRPr sz="2400"/>
            </a:lvl1pPr>
          </a:lstStyle>
          <a:p>
            <a:r>
              <a:rPr lang="zh-CN" altLang="en-US"/>
              <a:t>单击此处编辑母版标题样式</a:t>
            </a:r>
          </a:p>
        </p:txBody>
      </p:sp>
      <p:sp>
        <p:nvSpPr>
          <p:cNvPr id="3" name="图片占位符 2"/>
          <p:cNvSpPr>
            <a:spLocks noGrp="1"/>
          </p:cNvSpPr>
          <p:nvPr>
            <p:ph type="pic" idx="1"/>
          </p:nvPr>
        </p:nvSpPr>
        <p:spPr>
          <a:xfrm>
            <a:off x="5183188" y="457201"/>
            <a:ext cx="6172200" cy="540385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zh-CN" altLang="en-US"/>
          </a:p>
        </p:txBody>
      </p:sp>
      <p:sp>
        <p:nvSpPr>
          <p:cNvPr id="4" name="文本占位符 3"/>
          <p:cNvSpPr>
            <a:spLocks noGrp="1"/>
          </p:cNvSpPr>
          <p:nvPr>
            <p:ph type="body" sz="half" idx="2"/>
          </p:nvPr>
        </p:nvSpPr>
        <p:spPr>
          <a:xfrm>
            <a:off x="839788" y="2057400"/>
            <a:ext cx="4165349" cy="3811588"/>
          </a:xfrm>
        </p:spPr>
        <p:txBody>
          <a:bodyPr/>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pPr lvl="0"/>
            <a:fld id="{BB962C8B-B14F-4D97-AF65-F5344CB8AC3E}" type="datetime1">
              <a:rPr lang="zh-CN" altLang="en-US" dirty="0"/>
              <a:t>2025/3/5</a:t>
            </a:fld>
            <a:endParaRPr lang="zh-CN" altLang="en-US" dirty="0"/>
          </a:p>
        </p:txBody>
      </p:sp>
      <p:sp>
        <p:nvSpPr>
          <p:cNvPr id="6" name="页脚占位符 5"/>
          <p:cNvSpPr>
            <a:spLocks noGrp="1"/>
          </p:cNvSpPr>
          <p:nvPr>
            <p:ph type="ftr" sz="quarter" idx="11"/>
          </p:nvPr>
        </p:nvSpPr>
        <p:spPr/>
        <p:txBody>
          <a:bodyPr/>
          <a:lstStyle/>
          <a:p>
            <a:pPr lvl="0"/>
            <a:endParaRPr/>
          </a:p>
        </p:txBody>
      </p:sp>
      <p:sp>
        <p:nvSpPr>
          <p:cNvPr id="7" name="灯片编号占位符 6"/>
          <p:cNvSpPr>
            <a:spLocks noGrp="1"/>
          </p:cNvSpPr>
          <p:nvPr>
            <p:ph type="sldNum" sz="quarter" idx="12"/>
          </p:nvPr>
        </p:nvSpPr>
        <p:spPr/>
        <p:txBody>
          <a:bodyPr/>
          <a:lstStyle/>
          <a:p>
            <a:pPr lvl="0"/>
            <a:fld id="{9A0DB2DC-4C9A-4742-B13C-FB6460FD3503}" type="slidenum">
              <a:rPr lang="zh-CN" altLang="en-US" dirty="0"/>
              <a:t>‹#›</a:t>
            </a:fld>
            <a:endParaRPr lang="zh-CN" alt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
                                            <p:txEl>
                                              <p:pRg st="0" end="0"/>
                                            </p:txEl>
                                          </p:spTgt>
                                        </p:tgtEl>
                                        <p:attrNameLst>
                                          <p:attrName>style.visibility</p:attrName>
                                        </p:attrNameLst>
                                      </p:cBhvr>
                                      <p:to>
                                        <p:strVal val="visible"/>
                                      </p:to>
                                    </p:set>
                                    <p:animEffect transition="in" filter="fade">
                                      <p:cBhvr>
                                        <p:cTn id="12" dur="500"/>
                                        <p:tgtEl>
                                          <p:spTgt spid="4">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nodePh="1">
                                  <p:stCondLst>
                                    <p:cond delay="0"/>
                                  </p:stCondLst>
                                  <p:endCondLst>
                                    <p:cond evt="begin" delay="0">
                                      <p:tn val="15"/>
                                    </p:cond>
                                  </p:endCondLst>
                                  <p:childTnLst>
                                    <p:set>
                                      <p:cBhvr>
                                        <p:cTn id="16" dur="1" fill="hold">
                                          <p:stCondLst>
                                            <p:cond delay="0"/>
                                          </p:stCondLst>
                                        </p:cTn>
                                        <p:tgtEl>
                                          <p:spTgt spid="3"/>
                                        </p:tgtEl>
                                        <p:attrNameLst>
                                          <p:attrName>style.visibility</p:attrName>
                                        </p:attrNameLst>
                                      </p:cBhvr>
                                      <p:to>
                                        <p:strVal val="visible"/>
                                      </p:to>
                                    </p:set>
                                    <p:animEffect transition="in" filter="fade">
                                      <p:cBhvr>
                                        <p:cTn id="1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P spid="4" grpId="0" build="p">
        <p:tmplLst>
          <p:tmpl lvl="1">
            <p:tnLst>
              <p:par>
                <p:cTn presetID="10" presetClass="entr" presetSubtype="0" fill="hold" nodeType="clickEffect">
                  <p:stCondLst>
                    <p:cond delay="0"/>
                  </p:stCondLst>
                  <p:childTnLst>
                    <p:set>
                      <p:cBhvr>
                        <p:cTn dur="1" fill="hold">
                          <p:stCondLst>
                            <p:cond delay="0"/>
                          </p:stCondLst>
                        </p:cTn>
                        <p:tgtEl>
                          <p:spTgt spid="4"/>
                        </p:tgtEl>
                        <p:attrNameLst>
                          <p:attrName>style.visibility</p:attrName>
                        </p:attrNameLst>
                      </p:cBhvr>
                      <p:to>
                        <p:strVal val="visible"/>
                      </p:to>
                    </p:set>
                    <p:animEffect transition="in" filter="fade">
                      <p:cBhvr>
                        <p:cTn dur="500"/>
                        <p:tgtEl>
                          <p:spTgt spid="4"/>
                        </p:tgtEl>
                      </p:cBhvr>
                    </p:animEffect>
                  </p:childTnLst>
                </p:cTn>
              </p:par>
            </p:tnLst>
          </p:tmpl>
        </p:tmplLst>
      </p:bldP>
    </p:bldLst>
  </p:timing>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pPr lvl="0"/>
            <a:fld id="{BB962C8B-B14F-4D97-AF65-F5344CB8AC3E}" type="datetime1">
              <a:rPr lang="zh-CN" altLang="en-US" dirty="0"/>
              <a:t>2025/3/5</a:t>
            </a:fld>
            <a:endParaRPr lang="zh-CN" altLang="en-US" dirty="0"/>
          </a:p>
        </p:txBody>
      </p:sp>
      <p:sp>
        <p:nvSpPr>
          <p:cNvPr id="5" name="页脚占位符 4"/>
          <p:cNvSpPr>
            <a:spLocks noGrp="1"/>
          </p:cNvSpPr>
          <p:nvPr>
            <p:ph type="ftr" sz="quarter" idx="11"/>
          </p:nvPr>
        </p:nvSpPr>
        <p:spPr/>
        <p:txBody>
          <a:bodyPr/>
          <a:lstStyle/>
          <a:p>
            <a:pPr lvl="0"/>
            <a:endParaRPr/>
          </a:p>
        </p:txBody>
      </p:sp>
      <p:sp>
        <p:nvSpPr>
          <p:cNvPr id="6" name="灯片编号占位符 5"/>
          <p:cNvSpPr>
            <a:spLocks noGrp="1"/>
          </p:cNvSpPr>
          <p:nvPr>
            <p:ph type="sldNum" sz="quarter" idx="12"/>
          </p:nvPr>
        </p:nvSpPr>
        <p:spPr/>
        <p:txBody>
          <a:bodyPr/>
          <a:lstStyle/>
          <a:p>
            <a:pPr lvl="0"/>
            <a:fld id="{9A0DB2DC-4C9A-4742-B13C-FB6460FD3503}" type="slidenum">
              <a:rPr lang="zh-CN" altLang="en-US" dirty="0"/>
              <a:t>‹#›</a:t>
            </a:fld>
            <a:endParaRPr lang="zh-CN" alt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0" end="0"/>
                                            </p:txEl>
                                          </p:spTgt>
                                        </p:tgtEl>
                                        <p:attrNameLst>
                                          <p:attrName>style.visibility</p:attrName>
                                        </p:attrNameLst>
                                      </p:cBhvr>
                                      <p:to>
                                        <p:strVal val="visible"/>
                                      </p:to>
                                    </p:set>
                                    <p:animEffect transition="in" filter="fade">
                                      <p:cBhvr>
                                        <p:cTn id="12" dur="500"/>
                                        <p:tgtEl>
                                          <p:spTgt spid="3">
                                            <p:txEl>
                                              <p:pRg st="0" end="0"/>
                                            </p:txEl>
                                          </p:spTgt>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3">
                                            <p:txEl>
                                              <p:pRg st="1" end="1"/>
                                            </p:txEl>
                                          </p:spTgt>
                                        </p:tgtEl>
                                        <p:attrNameLst>
                                          <p:attrName>style.visibility</p:attrName>
                                        </p:attrNameLst>
                                      </p:cBhvr>
                                      <p:to>
                                        <p:strVal val="visible"/>
                                      </p:to>
                                    </p:set>
                                    <p:animEffect transition="in" filter="fade">
                                      <p:cBhvr>
                                        <p:cTn id="15" dur="500"/>
                                        <p:tgtEl>
                                          <p:spTgt spid="3">
                                            <p:txEl>
                                              <p:pRg st="1" end="1"/>
                                            </p:txEl>
                                          </p:spTgt>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3">
                                            <p:txEl>
                                              <p:pRg st="2" end="2"/>
                                            </p:txEl>
                                          </p:spTgt>
                                        </p:tgtEl>
                                        <p:attrNameLst>
                                          <p:attrName>style.visibility</p:attrName>
                                        </p:attrNameLst>
                                      </p:cBhvr>
                                      <p:to>
                                        <p:strVal val="visible"/>
                                      </p:to>
                                    </p:set>
                                    <p:animEffect transition="in" filter="fade">
                                      <p:cBhvr>
                                        <p:cTn id="18" dur="500"/>
                                        <p:tgtEl>
                                          <p:spTgt spid="3">
                                            <p:txEl>
                                              <p:pRg st="2" end="2"/>
                                            </p:txEl>
                                          </p:spTgt>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3">
                                            <p:txEl>
                                              <p:pRg st="3" end="3"/>
                                            </p:txEl>
                                          </p:spTgt>
                                        </p:tgtEl>
                                        <p:attrNameLst>
                                          <p:attrName>style.visibility</p:attrName>
                                        </p:attrNameLst>
                                      </p:cBhvr>
                                      <p:to>
                                        <p:strVal val="visible"/>
                                      </p:to>
                                    </p:set>
                                    <p:animEffect transition="in" filter="fade">
                                      <p:cBhvr>
                                        <p:cTn id="21" dur="500"/>
                                        <p:tgtEl>
                                          <p:spTgt spid="3">
                                            <p:txEl>
                                              <p:pRg st="3" end="3"/>
                                            </p:txEl>
                                          </p:spTgt>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3">
                                            <p:txEl>
                                              <p:pRg st="4" end="4"/>
                                            </p:txEl>
                                          </p:spTgt>
                                        </p:tgtEl>
                                        <p:attrNameLst>
                                          <p:attrName>style.visibility</p:attrName>
                                        </p:attrNameLst>
                                      </p:cBhvr>
                                      <p:to>
                                        <p:strVal val="visible"/>
                                      </p:to>
                                    </p:set>
                                    <p:animEffect transition="in" filter="fade">
                                      <p:cBhvr>
                                        <p:cTn id="24"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tmplLst>
          <p:tmpl lvl="1">
            <p:tnLst>
              <p:par>
                <p:cTn presetID="10" presetClass="entr" presetSubtype="0" fill="hold" nodeType="click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fade">
                      <p:cBhvr>
                        <p:cTn dur="500"/>
                        <p:tgtEl>
                          <p:spTgt spid="3"/>
                        </p:tgtEl>
                      </p:cBhvr>
                    </p:animEffect>
                  </p:childTnLst>
                </p:cTn>
              </p:par>
            </p:tnLst>
          </p:tmpl>
          <p:tmpl lvl="2">
            <p:tnLst>
              <p:par>
                <p:cTn presetID="10" presetClass="entr" presetSubtype="0" fill="hold" nodeType="with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fade">
                      <p:cBhvr>
                        <p:cTn dur="500"/>
                        <p:tgtEl>
                          <p:spTgt spid="3"/>
                        </p:tgtEl>
                      </p:cBhvr>
                    </p:animEffect>
                  </p:childTnLst>
                </p:cTn>
              </p:par>
            </p:tnLst>
          </p:tmpl>
          <p:tmpl lvl="3">
            <p:tnLst>
              <p:par>
                <p:cTn presetID="10" presetClass="entr" presetSubtype="0" fill="hold" nodeType="with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fade">
                      <p:cBhvr>
                        <p:cTn dur="500"/>
                        <p:tgtEl>
                          <p:spTgt spid="3"/>
                        </p:tgtEl>
                      </p:cBhvr>
                    </p:animEffect>
                  </p:childTnLst>
                </p:cTn>
              </p:par>
            </p:tnLst>
          </p:tmpl>
          <p:tmpl lvl="4">
            <p:tnLst>
              <p:par>
                <p:cTn presetID="10" presetClass="entr" presetSubtype="0" fill="hold" nodeType="with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fade">
                      <p:cBhvr>
                        <p:cTn dur="500"/>
                        <p:tgtEl>
                          <p:spTgt spid="3"/>
                        </p:tgtEl>
                      </p:cBhvr>
                    </p:animEffect>
                  </p:childTnLst>
                </p:cTn>
              </p:par>
            </p:tnLst>
          </p:tmpl>
          <p:tmpl lvl="5">
            <p:tnLst>
              <p:par>
                <p:cTn presetID="10" presetClass="entr" presetSubtype="0" fill="hold" nodeType="with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fade">
                      <p:cBhvr>
                        <p:cTn dur="500"/>
                        <p:tgtEl>
                          <p:spTgt spid="3"/>
                        </p:tgtEl>
                      </p:cBhvr>
                    </p:animEffect>
                  </p:childTnLst>
                </p:cTn>
              </p:par>
            </p:tnLst>
          </p:tmpl>
        </p:tmplLst>
      </p:bldP>
    </p:bldLst>
  </p:timing>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版">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839200" y="274638"/>
            <a:ext cx="2743200" cy="5851525"/>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609600" y="274638"/>
            <a:ext cx="8070573" cy="5851525"/>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pPr lvl="0"/>
            <a:fld id="{BB962C8B-B14F-4D97-AF65-F5344CB8AC3E}" type="datetime1">
              <a:rPr lang="zh-CN" altLang="en-US" dirty="0"/>
              <a:t>2025/3/5</a:t>
            </a:fld>
            <a:endParaRPr lang="zh-CN" altLang="en-US" dirty="0"/>
          </a:p>
        </p:txBody>
      </p:sp>
      <p:sp>
        <p:nvSpPr>
          <p:cNvPr id="5" name="页脚占位符 4"/>
          <p:cNvSpPr>
            <a:spLocks noGrp="1"/>
          </p:cNvSpPr>
          <p:nvPr>
            <p:ph type="ftr" sz="quarter" idx="11"/>
          </p:nvPr>
        </p:nvSpPr>
        <p:spPr/>
        <p:txBody>
          <a:bodyPr/>
          <a:lstStyle/>
          <a:p>
            <a:pPr lvl="0"/>
            <a:endParaRPr/>
          </a:p>
        </p:txBody>
      </p:sp>
      <p:sp>
        <p:nvSpPr>
          <p:cNvPr id="6" name="灯片编号占位符 5"/>
          <p:cNvSpPr>
            <a:spLocks noGrp="1"/>
          </p:cNvSpPr>
          <p:nvPr>
            <p:ph type="sldNum" sz="quarter" idx="12"/>
          </p:nvPr>
        </p:nvSpPr>
        <p:spPr/>
        <p:txBody>
          <a:bodyPr/>
          <a:lstStyle/>
          <a:p>
            <a:pPr lvl="0"/>
            <a:fld id="{9A0DB2DC-4C9A-4742-B13C-FB6460FD3503}" type="slidenum">
              <a:rPr lang="zh-CN" altLang="en-US" dirty="0"/>
              <a:t>‹#›</a:t>
            </a:fld>
            <a:endParaRPr lang="zh-CN" altLang="en-US"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4500"/>
            </a:lvl1pPr>
          </a:lstStyle>
          <a:p>
            <a:r>
              <a:rPr lang="zh-CN" altLang="en-US"/>
              <a:t>单击此处编辑母版标题样式</a:t>
            </a:r>
          </a:p>
        </p:txBody>
      </p:sp>
      <p:sp>
        <p:nvSpPr>
          <p:cNvPr id="3" name="副标题 2"/>
          <p:cNvSpPr>
            <a:spLocks noGrp="1"/>
          </p:cNvSpPr>
          <p:nvPr>
            <p:ph type="subTitle" idx="1"/>
          </p:nvPr>
        </p:nvSpPr>
        <p:spPr>
          <a:xfrm>
            <a:off x="1524000" y="3602038"/>
            <a:ext cx="9144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zh-CN" altLang="en-US"/>
              <a:t>单击此处编辑母版副标题样式</a:t>
            </a:r>
          </a:p>
        </p:txBody>
      </p:sp>
      <p:sp>
        <p:nvSpPr>
          <p:cNvPr id="4" name="日期占位符 3"/>
          <p:cNvSpPr>
            <a:spLocks noGrp="1"/>
          </p:cNvSpPr>
          <p:nvPr>
            <p:ph type="dt" sz="half" idx="10"/>
          </p:nvPr>
        </p:nvSpPr>
        <p:spPr/>
        <p:txBody>
          <a:bodyPr/>
          <a:lstStyle/>
          <a:p>
            <a:fld id="{82F288E0-7875-42C4-84C8-98DBBD3BF4D2}" type="datetimeFigureOut">
              <a:rPr lang="zh-CN" altLang="en-US" smtClean="0"/>
              <a:t>2025/3/5</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7D9BB5D0-35E4-459D-AEF3-FE4D7C45CC19}" type="slidenum">
              <a:rPr lang="zh-CN" altLang="en-US" smtClean="0"/>
              <a:t>‹#›</a:t>
            </a:fld>
            <a:endParaRPr lang="zh-CN" alt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82F288E0-7875-42C4-84C8-98DBBD3BF4D2}" type="datetimeFigureOut">
              <a:rPr lang="zh-CN" altLang="en-US" smtClean="0"/>
              <a:t>2025/3/5</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7D9BB5D0-35E4-459D-AEF3-FE4D7C45CC19}" type="slidenum">
              <a:rPr lang="zh-CN" altLang="en-US" smtClean="0"/>
              <a:t>‹#›</a:t>
            </a:fld>
            <a:endParaRPr lang="zh-CN" altLang="en-US"/>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1" y="1709738"/>
            <a:ext cx="10515600" cy="2852737"/>
          </a:xfrm>
        </p:spPr>
        <p:txBody>
          <a:bodyPr anchor="b"/>
          <a:lstStyle>
            <a:lvl1pPr>
              <a:defRPr sz="4500"/>
            </a:lvl1pPr>
          </a:lstStyle>
          <a:p>
            <a:r>
              <a:rPr lang="zh-CN" altLang="en-US"/>
              <a:t>单击此处编辑母版标题样式</a:t>
            </a:r>
          </a:p>
        </p:txBody>
      </p:sp>
      <p:sp>
        <p:nvSpPr>
          <p:cNvPr id="3" name="文本占位符 2"/>
          <p:cNvSpPr>
            <a:spLocks noGrp="1"/>
          </p:cNvSpPr>
          <p:nvPr>
            <p:ph type="body" idx="1"/>
          </p:nvPr>
        </p:nvSpPr>
        <p:spPr>
          <a:xfrm>
            <a:off x="831851" y="4589463"/>
            <a:ext cx="105156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zh-CN" altLang="en-US"/>
              <a:t>单击此处编辑母版文本样式</a:t>
            </a:r>
          </a:p>
        </p:txBody>
      </p:sp>
      <p:sp>
        <p:nvSpPr>
          <p:cNvPr id="4" name="日期占位符 3"/>
          <p:cNvSpPr>
            <a:spLocks noGrp="1"/>
          </p:cNvSpPr>
          <p:nvPr>
            <p:ph type="dt" sz="half" idx="10"/>
          </p:nvPr>
        </p:nvSpPr>
        <p:spPr/>
        <p:txBody>
          <a:bodyPr/>
          <a:lstStyle/>
          <a:p>
            <a:fld id="{82F288E0-7875-42C4-84C8-98DBBD3BF4D2}" type="datetimeFigureOut">
              <a:rPr lang="zh-CN" altLang="en-US" smtClean="0"/>
              <a:t>2025/3/5</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7D9BB5D0-35E4-459D-AEF3-FE4D7C45CC19}" type="slidenum">
              <a:rPr lang="zh-CN" altLang="en-US" smtClean="0"/>
              <a:t>‹#›</a:t>
            </a:fld>
            <a:endParaRPr lang="zh-CN" altLang="en-US"/>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p:cNvSpPr>
            <a:spLocks noGrp="1"/>
          </p:cNvSpPr>
          <p:nvPr>
            <p:ph type="dt" sz="half" idx="10"/>
          </p:nvPr>
        </p:nvSpPr>
        <p:spPr/>
        <p:txBody>
          <a:bodyPr/>
          <a:lstStyle/>
          <a:p>
            <a:fld id="{82F288E0-7875-42C4-84C8-98DBBD3BF4D2}" type="datetimeFigureOut">
              <a:rPr lang="zh-CN" altLang="en-US" smtClean="0"/>
              <a:t>2025/3/5</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7D9BB5D0-35E4-459D-AEF3-FE4D7C45CC19}" type="slidenum">
              <a:rPr lang="zh-CN" altLang="en-US" smtClean="0"/>
              <a:t>‹#›</a:t>
            </a:fld>
            <a:endParaRPr lang="zh-CN" altLang="en-US"/>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p:cNvSpPr>
            <a:spLocks noGrp="1"/>
          </p:cNvSpPr>
          <p:nvPr>
            <p:ph type="body" idx="1"/>
          </p:nvPr>
        </p:nvSpPr>
        <p:spPr>
          <a:xfrm>
            <a:off x="1186775" y="1778438"/>
            <a:ext cx="4873575"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a:r>
              <a:rPr lang="zh-CN" altLang="en-US"/>
              <a:t>单击此处编辑母版文本样式</a:t>
            </a:r>
          </a:p>
        </p:txBody>
      </p:sp>
      <p:sp>
        <p:nvSpPr>
          <p:cNvPr id="4" name="内容占位符 3"/>
          <p:cNvSpPr>
            <a:spLocks noGrp="1"/>
          </p:cNvSpPr>
          <p:nvPr>
            <p:ph sz="half" idx="2"/>
          </p:nvPr>
        </p:nvSpPr>
        <p:spPr>
          <a:xfrm>
            <a:off x="1186775" y="2665379"/>
            <a:ext cx="4873575" cy="3524284"/>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6256939" y="1778438"/>
            <a:ext cx="4897576"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a:r>
              <a:rPr lang="zh-CN" altLang="en-US"/>
              <a:t>单击此处编辑母版文本样式</a:t>
            </a:r>
          </a:p>
        </p:txBody>
      </p:sp>
      <p:sp>
        <p:nvSpPr>
          <p:cNvPr id="6" name="内容占位符 5"/>
          <p:cNvSpPr>
            <a:spLocks noGrp="1"/>
          </p:cNvSpPr>
          <p:nvPr>
            <p:ph sz="quarter" idx="4"/>
          </p:nvPr>
        </p:nvSpPr>
        <p:spPr>
          <a:xfrm>
            <a:off x="6256939" y="2665379"/>
            <a:ext cx="4897576" cy="3524284"/>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nvPr>
        </p:nvSpPr>
        <p:spPr/>
        <p:txBody>
          <a:bodyPr/>
          <a:lstStyle/>
          <a:p>
            <a:fld id="{82F288E0-7875-42C4-84C8-98DBBD3BF4D2}" type="datetimeFigureOut">
              <a:rPr lang="zh-CN" altLang="en-US" smtClean="0"/>
              <a:t>2025/3/5</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7D9BB5D0-35E4-459D-AEF3-FE4D7C45CC19}" type="slidenum">
              <a:rPr lang="zh-CN" altLang="en-US" smtClean="0"/>
              <a:t>‹#›</a:t>
            </a:fld>
            <a:endParaRPr lang="zh-CN" altLang="en-US"/>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82F288E0-7875-42C4-84C8-98DBBD3BF4D2}" type="datetimeFigureOut">
              <a:rPr lang="zh-CN" altLang="en-US" smtClean="0"/>
              <a:t>2025/3/5</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7D9BB5D0-35E4-459D-AEF3-FE4D7C45CC19}" type="slidenum">
              <a:rPr lang="zh-CN" altLang="en-US" smtClean="0"/>
              <a:t>‹#›</a:t>
            </a:fld>
            <a:endParaRPr lang="zh-CN" altLang="en-US"/>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82F288E0-7875-42C4-84C8-98DBBD3BF4D2}" type="datetimeFigureOut">
              <a:rPr lang="zh-CN" altLang="en-US" smtClean="0"/>
              <a:t>2025/3/5</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7D9BB5D0-35E4-459D-AEF3-FE4D7C45CC19}" type="slidenum">
              <a:rPr lang="zh-CN" altLang="en-US" smtClean="0"/>
              <a:t>‹#›</a:t>
            </a:fld>
            <a:endParaRPr lang="zh-CN" altLang="en-US"/>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4165349" cy="1600200"/>
          </a:xfrm>
        </p:spPr>
        <p:txBody>
          <a:bodyPr anchor="b"/>
          <a:lstStyle>
            <a:lvl1pPr>
              <a:defRPr sz="2400"/>
            </a:lvl1pPr>
          </a:lstStyle>
          <a:p>
            <a:r>
              <a:rPr lang="zh-CN" altLang="en-US"/>
              <a:t>单击此处编辑母版标题样式</a:t>
            </a:r>
          </a:p>
        </p:txBody>
      </p:sp>
      <p:sp>
        <p:nvSpPr>
          <p:cNvPr id="3" name="图片占位符 2"/>
          <p:cNvSpPr>
            <a:spLocks noGrp="1"/>
          </p:cNvSpPr>
          <p:nvPr>
            <p:ph type="pic" idx="1"/>
          </p:nvPr>
        </p:nvSpPr>
        <p:spPr>
          <a:xfrm>
            <a:off x="5183188" y="457201"/>
            <a:ext cx="6172200" cy="540385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zh-CN" altLang="en-US"/>
          </a:p>
        </p:txBody>
      </p:sp>
      <p:sp>
        <p:nvSpPr>
          <p:cNvPr id="4" name="文本占位符 3"/>
          <p:cNvSpPr>
            <a:spLocks noGrp="1"/>
          </p:cNvSpPr>
          <p:nvPr>
            <p:ph type="body" sz="half" idx="2"/>
          </p:nvPr>
        </p:nvSpPr>
        <p:spPr>
          <a:xfrm>
            <a:off x="839788" y="2057400"/>
            <a:ext cx="4165349" cy="3811588"/>
          </a:xfrm>
        </p:spPr>
        <p:txBody>
          <a:bodyPr/>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82F288E0-7875-42C4-84C8-98DBBD3BF4D2}" type="datetimeFigureOut">
              <a:rPr lang="zh-CN" altLang="en-US" smtClean="0"/>
              <a:t>2025/3/5</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7D9BB5D0-35E4-459D-AEF3-FE4D7C45CC19}" type="slidenum">
              <a:rPr lang="zh-CN" altLang="en-US" smtClean="0"/>
              <a:t>‹#›</a:t>
            </a:fld>
            <a:endParaRPr lang="zh-CN" altLang="en-US"/>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vertTitleAndTx" preserve="1">
  <p:cSld name="竖版">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82F288E0-7875-42C4-84C8-98DBBD3BF4D2}" type="datetimeFigureOut">
              <a:rPr lang="zh-CN" altLang="en-US" smtClean="0"/>
              <a:t>2025/3/5</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7D9BB5D0-35E4-459D-AEF3-FE4D7C45CC19}" type="slidenum">
              <a:rPr lang="zh-CN" altLang="en-US" smtClean="0"/>
              <a:t>‹#›</a:t>
            </a:fld>
            <a:endParaRPr lang="zh-CN" altLang="en-US"/>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objOnly" preserve="1">
  <p:cSld name="内容">
    <p:spTree>
      <p:nvGrpSpPr>
        <p:cNvPr id="1" name=""/>
        <p:cNvGrpSpPr/>
        <p:nvPr/>
      </p:nvGrpSpPr>
      <p:grpSpPr>
        <a:xfrm>
          <a:off x="0" y="0"/>
          <a:ext cx="0" cy="0"/>
          <a:chOff x="0" y="0"/>
          <a:chExt cx="0" cy="0"/>
        </a:xfrm>
      </p:grpSpPr>
      <p:sp>
        <p:nvSpPr>
          <p:cNvPr id="2" name="内容占位符 1"/>
          <p:cNvSpPr>
            <a:spLocks noGrp="1"/>
          </p:cNvSpPr>
          <p:nvPr>
            <p:ph/>
          </p:nvPr>
        </p:nvSpPr>
        <p:spPr>
          <a:xfrm>
            <a:off x="838200" y="365125"/>
            <a:ext cx="10515600" cy="581183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3" name="日期占位符 2"/>
          <p:cNvSpPr>
            <a:spLocks noGrp="1"/>
          </p:cNvSpPr>
          <p:nvPr>
            <p:ph type="dt" sz="half" idx="10"/>
          </p:nvPr>
        </p:nvSpPr>
        <p:spPr/>
        <p:txBody>
          <a:bodyPr/>
          <a:lstStyle/>
          <a:p>
            <a:fld id="{82F288E0-7875-42C4-84C8-98DBBD3BF4D2}" type="datetimeFigureOut">
              <a:rPr lang="zh-CN" altLang="en-US" smtClean="0"/>
              <a:t>2025/3/5</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7D9BB5D0-35E4-459D-AEF3-FE4D7C45CC19}" type="slidenum">
              <a:rPr lang="zh-CN" altLang="en-US" smtClean="0"/>
              <a:t>‹#›</a:t>
            </a:fld>
            <a:endParaRPr lang="zh-CN" altLang="en-US"/>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4500"/>
            </a:lvl1pPr>
          </a:lstStyle>
          <a:p>
            <a:r>
              <a:rPr lang="zh-CN" altLang="en-US"/>
              <a:t>单击此处编辑母版标题样式</a:t>
            </a:r>
          </a:p>
        </p:txBody>
      </p:sp>
      <p:sp>
        <p:nvSpPr>
          <p:cNvPr id="3" name="副标题 2"/>
          <p:cNvSpPr>
            <a:spLocks noGrp="1"/>
          </p:cNvSpPr>
          <p:nvPr>
            <p:ph type="subTitle" idx="1"/>
          </p:nvPr>
        </p:nvSpPr>
        <p:spPr>
          <a:xfrm>
            <a:off x="1524000" y="3602038"/>
            <a:ext cx="9144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zh-CN" altLang="en-US"/>
              <a:t>单击此处编辑母版副标题样式</a:t>
            </a:r>
          </a:p>
        </p:txBody>
      </p:sp>
      <p:sp>
        <p:nvSpPr>
          <p:cNvPr id="4" name="日期占位符 3"/>
          <p:cNvSpPr>
            <a:spLocks noGrp="1"/>
          </p:cNvSpPr>
          <p:nvPr>
            <p:ph type="dt" sz="half" idx="10"/>
          </p:nvPr>
        </p:nvSpPr>
        <p:spPr/>
        <p:txBody>
          <a:bodyPr/>
          <a:lstStyle/>
          <a:p>
            <a:pPr lvl="0"/>
            <a:fld id="{BB962C8B-B14F-4D97-AF65-F5344CB8AC3E}" type="datetime1">
              <a:rPr lang="zh-CN" altLang="en-US" dirty="0"/>
              <a:t>2025/3/5</a:t>
            </a:fld>
            <a:endParaRPr lang="zh-CN" altLang="en-US" dirty="0"/>
          </a:p>
        </p:txBody>
      </p:sp>
      <p:sp>
        <p:nvSpPr>
          <p:cNvPr id="5" name="页脚占位符 4"/>
          <p:cNvSpPr>
            <a:spLocks noGrp="1"/>
          </p:cNvSpPr>
          <p:nvPr>
            <p:ph type="ftr" sz="quarter" idx="11"/>
          </p:nvPr>
        </p:nvSpPr>
        <p:spPr/>
        <p:txBody>
          <a:bodyPr/>
          <a:lstStyle/>
          <a:p>
            <a:pPr lvl="0"/>
            <a:endParaRPr/>
          </a:p>
        </p:txBody>
      </p:sp>
      <p:sp>
        <p:nvSpPr>
          <p:cNvPr id="6" name="灯片编号占位符 5"/>
          <p:cNvSpPr>
            <a:spLocks noGrp="1"/>
          </p:cNvSpPr>
          <p:nvPr>
            <p:ph type="sldNum" sz="quarter" idx="12"/>
          </p:nvPr>
        </p:nvSpPr>
        <p:spPr/>
        <p:txBody>
          <a:bodyPr/>
          <a:lstStyle/>
          <a:p>
            <a:pPr lvl="0"/>
            <a:fld id="{9A0DB2DC-4C9A-4742-B13C-FB6460FD3503}" type="slidenum">
              <a:rPr lang="zh-CN" altLang="en-US" dirty="0"/>
              <a:t>‹#›</a:t>
            </a:fld>
            <a:endParaRPr lang="zh-CN" altLang="en-US" dirty="0"/>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pPr lvl="0"/>
            <a:fld id="{BB962C8B-B14F-4D97-AF65-F5344CB8AC3E}" type="datetime1">
              <a:rPr lang="zh-CN" altLang="en-US" dirty="0"/>
              <a:t>2025/3/5</a:t>
            </a:fld>
            <a:endParaRPr lang="zh-CN" altLang="en-US" dirty="0"/>
          </a:p>
        </p:txBody>
      </p:sp>
      <p:sp>
        <p:nvSpPr>
          <p:cNvPr id="5" name="页脚占位符 4"/>
          <p:cNvSpPr>
            <a:spLocks noGrp="1"/>
          </p:cNvSpPr>
          <p:nvPr>
            <p:ph type="ftr" sz="quarter" idx="11"/>
          </p:nvPr>
        </p:nvSpPr>
        <p:spPr/>
        <p:txBody>
          <a:bodyPr/>
          <a:lstStyle/>
          <a:p>
            <a:pPr lvl="0"/>
            <a:endParaRPr/>
          </a:p>
        </p:txBody>
      </p:sp>
      <p:sp>
        <p:nvSpPr>
          <p:cNvPr id="6" name="灯片编号占位符 5"/>
          <p:cNvSpPr>
            <a:spLocks noGrp="1"/>
          </p:cNvSpPr>
          <p:nvPr>
            <p:ph type="sldNum" sz="quarter" idx="12"/>
          </p:nvPr>
        </p:nvSpPr>
        <p:spPr/>
        <p:txBody>
          <a:bodyPr/>
          <a:lstStyle/>
          <a:p>
            <a:pPr lvl="0"/>
            <a:fld id="{9A0DB2DC-4C9A-4742-B13C-FB6460FD3503}" type="slidenum">
              <a:rPr lang="zh-CN" altLang="en-US" dirty="0"/>
              <a:t>‹#›</a:t>
            </a:fld>
            <a:endParaRPr lang="zh-CN" altLang="en-US" dirty="0"/>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1" y="1709738"/>
            <a:ext cx="10515600" cy="2852737"/>
          </a:xfrm>
        </p:spPr>
        <p:txBody>
          <a:bodyPr anchor="b"/>
          <a:lstStyle>
            <a:lvl1pPr>
              <a:defRPr sz="4500"/>
            </a:lvl1pPr>
          </a:lstStyle>
          <a:p>
            <a:r>
              <a:rPr lang="zh-CN" altLang="en-US"/>
              <a:t>单击此处编辑母版标题样式</a:t>
            </a:r>
          </a:p>
        </p:txBody>
      </p:sp>
      <p:sp>
        <p:nvSpPr>
          <p:cNvPr id="3" name="文本占位符 2"/>
          <p:cNvSpPr>
            <a:spLocks noGrp="1"/>
          </p:cNvSpPr>
          <p:nvPr>
            <p:ph type="body" idx="1"/>
          </p:nvPr>
        </p:nvSpPr>
        <p:spPr>
          <a:xfrm>
            <a:off x="831851" y="4589463"/>
            <a:ext cx="105156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zh-CN" altLang="en-US"/>
              <a:t>单击此处编辑母版文本样式</a:t>
            </a:r>
          </a:p>
        </p:txBody>
      </p:sp>
      <p:sp>
        <p:nvSpPr>
          <p:cNvPr id="4" name="日期占位符 3"/>
          <p:cNvSpPr>
            <a:spLocks noGrp="1"/>
          </p:cNvSpPr>
          <p:nvPr>
            <p:ph type="dt" sz="half" idx="10"/>
          </p:nvPr>
        </p:nvSpPr>
        <p:spPr/>
        <p:txBody>
          <a:bodyPr/>
          <a:lstStyle/>
          <a:p>
            <a:pPr lvl="0"/>
            <a:fld id="{BB962C8B-B14F-4D97-AF65-F5344CB8AC3E}" type="datetime1">
              <a:rPr lang="zh-CN" altLang="en-US" dirty="0"/>
              <a:t>2025/3/5</a:t>
            </a:fld>
            <a:endParaRPr lang="zh-CN" altLang="en-US" dirty="0"/>
          </a:p>
        </p:txBody>
      </p:sp>
      <p:sp>
        <p:nvSpPr>
          <p:cNvPr id="5" name="页脚占位符 4"/>
          <p:cNvSpPr>
            <a:spLocks noGrp="1"/>
          </p:cNvSpPr>
          <p:nvPr>
            <p:ph type="ftr" sz="quarter" idx="11"/>
          </p:nvPr>
        </p:nvSpPr>
        <p:spPr/>
        <p:txBody>
          <a:bodyPr/>
          <a:lstStyle/>
          <a:p>
            <a:pPr lvl="0"/>
            <a:endParaRPr/>
          </a:p>
        </p:txBody>
      </p:sp>
      <p:sp>
        <p:nvSpPr>
          <p:cNvPr id="6" name="灯片编号占位符 5"/>
          <p:cNvSpPr>
            <a:spLocks noGrp="1"/>
          </p:cNvSpPr>
          <p:nvPr>
            <p:ph type="sldNum" sz="quarter" idx="12"/>
          </p:nvPr>
        </p:nvSpPr>
        <p:spPr/>
        <p:txBody>
          <a:bodyPr/>
          <a:lstStyle/>
          <a:p>
            <a:pPr lvl="0"/>
            <a:fld id="{9A0DB2DC-4C9A-4742-B13C-FB6460FD3503}" type="slidenum">
              <a:rPr lang="zh-CN" altLang="en-US" dirty="0"/>
              <a:t>‹#›</a:t>
            </a:fld>
            <a:endParaRPr lang="zh-CN" altLang="en-US" dirty="0"/>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609600" y="1600200"/>
            <a:ext cx="5376672" cy="4525963"/>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6205728" y="1600200"/>
            <a:ext cx="5376672" cy="4525963"/>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p:cNvSpPr>
            <a:spLocks noGrp="1"/>
          </p:cNvSpPr>
          <p:nvPr>
            <p:ph type="dt" sz="half" idx="10"/>
          </p:nvPr>
        </p:nvSpPr>
        <p:spPr/>
        <p:txBody>
          <a:bodyPr/>
          <a:lstStyle/>
          <a:p>
            <a:pPr lvl="0"/>
            <a:fld id="{BB962C8B-B14F-4D97-AF65-F5344CB8AC3E}" type="datetime1">
              <a:rPr lang="zh-CN" altLang="en-US" dirty="0"/>
              <a:t>2025/3/5</a:t>
            </a:fld>
            <a:endParaRPr lang="zh-CN" altLang="en-US" dirty="0"/>
          </a:p>
        </p:txBody>
      </p:sp>
      <p:sp>
        <p:nvSpPr>
          <p:cNvPr id="6" name="页脚占位符 5"/>
          <p:cNvSpPr>
            <a:spLocks noGrp="1"/>
          </p:cNvSpPr>
          <p:nvPr>
            <p:ph type="ftr" sz="quarter" idx="11"/>
          </p:nvPr>
        </p:nvSpPr>
        <p:spPr/>
        <p:txBody>
          <a:bodyPr/>
          <a:lstStyle/>
          <a:p>
            <a:pPr lvl="0"/>
            <a:endParaRPr/>
          </a:p>
        </p:txBody>
      </p:sp>
      <p:sp>
        <p:nvSpPr>
          <p:cNvPr id="7" name="灯片编号占位符 6"/>
          <p:cNvSpPr>
            <a:spLocks noGrp="1"/>
          </p:cNvSpPr>
          <p:nvPr>
            <p:ph type="sldNum" sz="quarter" idx="12"/>
          </p:nvPr>
        </p:nvSpPr>
        <p:spPr/>
        <p:txBody>
          <a:bodyPr/>
          <a:lstStyle/>
          <a:p>
            <a:pPr lvl="0"/>
            <a:fld id="{9A0DB2DC-4C9A-4742-B13C-FB6460FD3503}" type="slidenum">
              <a:rPr lang="zh-CN" altLang="en-US" dirty="0"/>
              <a:t>‹#›</a:t>
            </a:fld>
            <a:endParaRPr lang="zh-CN" altLang="en-US" dirty="0"/>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p:cNvSpPr>
            <a:spLocks noGrp="1"/>
          </p:cNvSpPr>
          <p:nvPr>
            <p:ph type="body" idx="1"/>
          </p:nvPr>
        </p:nvSpPr>
        <p:spPr>
          <a:xfrm>
            <a:off x="1186775" y="1778438"/>
            <a:ext cx="4873575"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a:r>
              <a:rPr lang="zh-CN" altLang="en-US"/>
              <a:t>单击此处编辑母版文本样式</a:t>
            </a:r>
          </a:p>
        </p:txBody>
      </p:sp>
      <p:sp>
        <p:nvSpPr>
          <p:cNvPr id="4" name="内容占位符 3"/>
          <p:cNvSpPr>
            <a:spLocks noGrp="1"/>
          </p:cNvSpPr>
          <p:nvPr>
            <p:ph sz="half" idx="2"/>
          </p:nvPr>
        </p:nvSpPr>
        <p:spPr>
          <a:xfrm>
            <a:off x="1186775" y="2665379"/>
            <a:ext cx="4873575" cy="3524284"/>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6256939" y="1778438"/>
            <a:ext cx="4897576"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a:r>
              <a:rPr lang="zh-CN" altLang="en-US"/>
              <a:t>单击此处编辑母版文本样式</a:t>
            </a:r>
          </a:p>
        </p:txBody>
      </p:sp>
      <p:sp>
        <p:nvSpPr>
          <p:cNvPr id="6" name="内容占位符 5"/>
          <p:cNvSpPr>
            <a:spLocks noGrp="1"/>
          </p:cNvSpPr>
          <p:nvPr>
            <p:ph sz="quarter" idx="4"/>
          </p:nvPr>
        </p:nvSpPr>
        <p:spPr>
          <a:xfrm>
            <a:off x="6256939" y="2665379"/>
            <a:ext cx="4897576" cy="3524284"/>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nvPr>
        </p:nvSpPr>
        <p:spPr/>
        <p:txBody>
          <a:bodyPr/>
          <a:lstStyle/>
          <a:p>
            <a:pPr lvl="0"/>
            <a:fld id="{BB962C8B-B14F-4D97-AF65-F5344CB8AC3E}" type="datetime1">
              <a:rPr lang="zh-CN" altLang="en-US" dirty="0"/>
              <a:t>2025/3/5</a:t>
            </a:fld>
            <a:endParaRPr lang="zh-CN" altLang="en-US" dirty="0"/>
          </a:p>
        </p:txBody>
      </p:sp>
      <p:sp>
        <p:nvSpPr>
          <p:cNvPr id="8" name="页脚占位符 7"/>
          <p:cNvSpPr>
            <a:spLocks noGrp="1"/>
          </p:cNvSpPr>
          <p:nvPr>
            <p:ph type="ftr" sz="quarter" idx="11"/>
          </p:nvPr>
        </p:nvSpPr>
        <p:spPr/>
        <p:txBody>
          <a:bodyPr/>
          <a:lstStyle/>
          <a:p>
            <a:pPr lvl="0"/>
            <a:endParaRPr/>
          </a:p>
        </p:txBody>
      </p:sp>
      <p:sp>
        <p:nvSpPr>
          <p:cNvPr id="9" name="灯片编号占位符 8"/>
          <p:cNvSpPr>
            <a:spLocks noGrp="1"/>
          </p:cNvSpPr>
          <p:nvPr>
            <p:ph type="sldNum" sz="quarter" idx="12"/>
          </p:nvPr>
        </p:nvSpPr>
        <p:spPr/>
        <p:txBody>
          <a:bodyPr/>
          <a:lstStyle/>
          <a:p>
            <a:pPr lvl="0"/>
            <a:fld id="{9A0DB2DC-4C9A-4742-B13C-FB6460FD3503}" type="slidenum">
              <a:rPr lang="zh-CN" altLang="en-US" dirty="0"/>
              <a:t>‹#›</a:t>
            </a:fld>
            <a:endParaRPr lang="zh-CN" altLang="en-US" dirty="0"/>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pPr lvl="0"/>
            <a:fld id="{BB962C8B-B14F-4D97-AF65-F5344CB8AC3E}" type="datetime1">
              <a:rPr lang="zh-CN" altLang="en-US" dirty="0"/>
              <a:t>2025/3/5</a:t>
            </a:fld>
            <a:endParaRPr lang="zh-CN" altLang="en-US" dirty="0"/>
          </a:p>
        </p:txBody>
      </p:sp>
      <p:sp>
        <p:nvSpPr>
          <p:cNvPr id="4" name="页脚占位符 3"/>
          <p:cNvSpPr>
            <a:spLocks noGrp="1"/>
          </p:cNvSpPr>
          <p:nvPr>
            <p:ph type="ftr" sz="quarter" idx="11"/>
          </p:nvPr>
        </p:nvSpPr>
        <p:spPr/>
        <p:txBody>
          <a:bodyPr/>
          <a:lstStyle/>
          <a:p>
            <a:pPr lvl="0"/>
            <a:endParaRPr/>
          </a:p>
        </p:txBody>
      </p:sp>
      <p:sp>
        <p:nvSpPr>
          <p:cNvPr id="5" name="灯片编号占位符 4"/>
          <p:cNvSpPr>
            <a:spLocks noGrp="1"/>
          </p:cNvSpPr>
          <p:nvPr>
            <p:ph type="sldNum" sz="quarter" idx="12"/>
          </p:nvPr>
        </p:nvSpPr>
        <p:spPr/>
        <p:txBody>
          <a:bodyPr/>
          <a:lstStyle/>
          <a:p>
            <a:pPr lvl="0"/>
            <a:fld id="{9A0DB2DC-4C9A-4742-B13C-FB6460FD3503}" type="slidenum">
              <a:rPr lang="zh-CN" altLang="en-US" dirty="0"/>
              <a:t>‹#›</a:t>
            </a:fld>
            <a:endParaRPr lang="zh-CN" altLang="en-US" dirty="0"/>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pPr lvl="0"/>
            <a:fld id="{BB962C8B-B14F-4D97-AF65-F5344CB8AC3E}" type="datetime1">
              <a:rPr lang="zh-CN" altLang="en-US" dirty="0"/>
              <a:t>2025/3/5</a:t>
            </a:fld>
            <a:endParaRPr lang="zh-CN" altLang="en-US" dirty="0"/>
          </a:p>
        </p:txBody>
      </p:sp>
      <p:sp>
        <p:nvSpPr>
          <p:cNvPr id="3" name="页脚占位符 2"/>
          <p:cNvSpPr>
            <a:spLocks noGrp="1"/>
          </p:cNvSpPr>
          <p:nvPr>
            <p:ph type="ftr" sz="quarter" idx="11"/>
          </p:nvPr>
        </p:nvSpPr>
        <p:spPr/>
        <p:txBody>
          <a:bodyPr/>
          <a:lstStyle/>
          <a:p>
            <a:pPr lvl="0"/>
            <a:endParaRPr/>
          </a:p>
        </p:txBody>
      </p:sp>
      <p:sp>
        <p:nvSpPr>
          <p:cNvPr id="4" name="灯片编号占位符 3"/>
          <p:cNvSpPr>
            <a:spLocks noGrp="1"/>
          </p:cNvSpPr>
          <p:nvPr>
            <p:ph type="sldNum" sz="quarter" idx="12"/>
          </p:nvPr>
        </p:nvSpPr>
        <p:spPr/>
        <p:txBody>
          <a:bodyPr/>
          <a:lstStyle/>
          <a:p>
            <a:pPr lvl="0"/>
            <a:fld id="{9A0DB2DC-4C9A-4742-B13C-FB6460FD3503}" type="slidenum">
              <a:rPr lang="zh-CN" altLang="en-US" dirty="0"/>
              <a:t>‹#›</a:t>
            </a:fld>
            <a:endParaRPr lang="zh-CN" altLang="en-US" dirty="0"/>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2400"/>
            </a:lvl1pPr>
          </a:lstStyle>
          <a:p>
            <a:r>
              <a:rPr lang="zh-CN" altLang="en-US"/>
              <a:t>单击此处编辑母版标题样式</a:t>
            </a:r>
          </a:p>
        </p:txBody>
      </p:sp>
      <p:sp>
        <p:nvSpPr>
          <p:cNvPr id="3" name="内容占位符 2"/>
          <p:cNvSpPr>
            <a:spLocks noGrp="1"/>
          </p:cNvSpPr>
          <p:nvPr>
            <p:ph idx="1"/>
          </p:nvPr>
        </p:nvSpPr>
        <p:spPr>
          <a:xfrm>
            <a:off x="5183188" y="987425"/>
            <a:ext cx="617220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839788" y="2057400"/>
            <a:ext cx="3932237"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pPr lvl="0"/>
            <a:fld id="{BB962C8B-B14F-4D97-AF65-F5344CB8AC3E}" type="datetime1">
              <a:rPr lang="zh-CN" altLang="en-US" dirty="0"/>
              <a:t>2025/3/5</a:t>
            </a:fld>
            <a:endParaRPr lang="zh-CN" altLang="en-US" dirty="0"/>
          </a:p>
        </p:txBody>
      </p:sp>
      <p:sp>
        <p:nvSpPr>
          <p:cNvPr id="6" name="页脚占位符 5"/>
          <p:cNvSpPr>
            <a:spLocks noGrp="1"/>
          </p:cNvSpPr>
          <p:nvPr>
            <p:ph type="ftr" sz="quarter" idx="11"/>
          </p:nvPr>
        </p:nvSpPr>
        <p:spPr/>
        <p:txBody>
          <a:bodyPr/>
          <a:lstStyle/>
          <a:p>
            <a:pPr lvl="0"/>
            <a:endParaRPr/>
          </a:p>
        </p:txBody>
      </p:sp>
      <p:sp>
        <p:nvSpPr>
          <p:cNvPr id="7" name="灯片编号占位符 6"/>
          <p:cNvSpPr>
            <a:spLocks noGrp="1"/>
          </p:cNvSpPr>
          <p:nvPr>
            <p:ph type="sldNum" sz="quarter" idx="12"/>
          </p:nvPr>
        </p:nvSpPr>
        <p:spPr/>
        <p:txBody>
          <a:bodyPr/>
          <a:lstStyle/>
          <a:p>
            <a:pPr lvl="0"/>
            <a:fld id="{9A0DB2DC-4C9A-4742-B13C-FB6460FD3503}" type="slidenum">
              <a:rPr lang="zh-CN" altLang="en-US" dirty="0"/>
              <a:t>‹#›</a:t>
            </a:fld>
            <a:endParaRPr lang="zh-CN" altLang="en-US" dirty="0"/>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4165349" cy="1600200"/>
          </a:xfrm>
        </p:spPr>
        <p:txBody>
          <a:bodyPr anchor="b"/>
          <a:lstStyle>
            <a:lvl1pPr>
              <a:defRPr sz="2400"/>
            </a:lvl1pPr>
          </a:lstStyle>
          <a:p>
            <a:r>
              <a:rPr lang="zh-CN" altLang="en-US"/>
              <a:t>单击此处编辑母版标题样式</a:t>
            </a:r>
          </a:p>
        </p:txBody>
      </p:sp>
      <p:sp>
        <p:nvSpPr>
          <p:cNvPr id="3" name="图片占位符 2"/>
          <p:cNvSpPr>
            <a:spLocks noGrp="1"/>
          </p:cNvSpPr>
          <p:nvPr>
            <p:ph type="pic" idx="1"/>
          </p:nvPr>
        </p:nvSpPr>
        <p:spPr>
          <a:xfrm>
            <a:off x="5183188" y="457201"/>
            <a:ext cx="6172200" cy="540385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zh-CN" altLang="en-US"/>
          </a:p>
        </p:txBody>
      </p:sp>
      <p:sp>
        <p:nvSpPr>
          <p:cNvPr id="4" name="文本占位符 3"/>
          <p:cNvSpPr>
            <a:spLocks noGrp="1"/>
          </p:cNvSpPr>
          <p:nvPr>
            <p:ph type="body" sz="half" idx="2"/>
          </p:nvPr>
        </p:nvSpPr>
        <p:spPr>
          <a:xfrm>
            <a:off x="839788" y="2057400"/>
            <a:ext cx="4165349" cy="3811588"/>
          </a:xfrm>
        </p:spPr>
        <p:txBody>
          <a:bodyPr/>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pPr lvl="0"/>
            <a:fld id="{BB962C8B-B14F-4D97-AF65-F5344CB8AC3E}" type="datetime1">
              <a:rPr lang="zh-CN" altLang="en-US" dirty="0"/>
              <a:t>2025/3/5</a:t>
            </a:fld>
            <a:endParaRPr lang="zh-CN" altLang="en-US" dirty="0"/>
          </a:p>
        </p:txBody>
      </p:sp>
      <p:sp>
        <p:nvSpPr>
          <p:cNvPr id="6" name="页脚占位符 5"/>
          <p:cNvSpPr>
            <a:spLocks noGrp="1"/>
          </p:cNvSpPr>
          <p:nvPr>
            <p:ph type="ftr" sz="quarter" idx="11"/>
          </p:nvPr>
        </p:nvSpPr>
        <p:spPr/>
        <p:txBody>
          <a:bodyPr/>
          <a:lstStyle/>
          <a:p>
            <a:pPr lvl="0"/>
            <a:endParaRPr/>
          </a:p>
        </p:txBody>
      </p:sp>
      <p:sp>
        <p:nvSpPr>
          <p:cNvPr id="7" name="灯片编号占位符 6"/>
          <p:cNvSpPr>
            <a:spLocks noGrp="1"/>
          </p:cNvSpPr>
          <p:nvPr>
            <p:ph type="sldNum" sz="quarter" idx="12"/>
          </p:nvPr>
        </p:nvSpPr>
        <p:spPr/>
        <p:txBody>
          <a:bodyPr/>
          <a:lstStyle/>
          <a:p>
            <a:pPr lvl="0"/>
            <a:fld id="{9A0DB2DC-4C9A-4742-B13C-FB6460FD3503}" type="slidenum">
              <a:rPr lang="zh-CN" altLang="en-US" dirty="0"/>
              <a:t>‹#›</a:t>
            </a:fld>
            <a:endParaRPr lang="zh-CN" altLang="en-US" dirty="0"/>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pPr lvl="0"/>
            <a:fld id="{BB962C8B-B14F-4D97-AF65-F5344CB8AC3E}" type="datetime1">
              <a:rPr lang="zh-CN" altLang="en-US" dirty="0"/>
              <a:t>2025/3/5</a:t>
            </a:fld>
            <a:endParaRPr lang="zh-CN" altLang="en-US" dirty="0"/>
          </a:p>
        </p:txBody>
      </p:sp>
      <p:sp>
        <p:nvSpPr>
          <p:cNvPr id="5" name="页脚占位符 4"/>
          <p:cNvSpPr>
            <a:spLocks noGrp="1"/>
          </p:cNvSpPr>
          <p:nvPr>
            <p:ph type="ftr" sz="quarter" idx="11"/>
          </p:nvPr>
        </p:nvSpPr>
        <p:spPr/>
        <p:txBody>
          <a:bodyPr/>
          <a:lstStyle/>
          <a:p>
            <a:pPr lvl="0"/>
            <a:endParaRPr/>
          </a:p>
        </p:txBody>
      </p:sp>
      <p:sp>
        <p:nvSpPr>
          <p:cNvPr id="6" name="灯片编号占位符 5"/>
          <p:cNvSpPr>
            <a:spLocks noGrp="1"/>
          </p:cNvSpPr>
          <p:nvPr>
            <p:ph type="sldNum" sz="quarter" idx="12"/>
          </p:nvPr>
        </p:nvSpPr>
        <p:spPr/>
        <p:txBody>
          <a:bodyPr/>
          <a:lstStyle/>
          <a:p>
            <a:pPr lvl="0"/>
            <a:fld id="{9A0DB2DC-4C9A-4742-B13C-FB6460FD3503}" type="slidenum">
              <a:rPr lang="zh-CN" altLang="en-US" dirty="0"/>
              <a:t>‹#›</a:t>
            </a:fld>
            <a:endParaRPr lang="zh-CN" altLang="en-US" dirty="0"/>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vertTitleAndTx" preserve="1">
  <p:cSld name="竖版">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839200" y="274638"/>
            <a:ext cx="2743200" cy="5851525"/>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609600" y="274638"/>
            <a:ext cx="8070573" cy="5851525"/>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pPr lvl="0"/>
            <a:fld id="{BB962C8B-B14F-4D97-AF65-F5344CB8AC3E}" type="datetime1">
              <a:rPr lang="zh-CN" altLang="en-US" dirty="0"/>
              <a:t>2025/3/5</a:t>
            </a:fld>
            <a:endParaRPr lang="zh-CN" altLang="en-US" dirty="0"/>
          </a:p>
        </p:txBody>
      </p:sp>
      <p:sp>
        <p:nvSpPr>
          <p:cNvPr id="5" name="页脚占位符 4"/>
          <p:cNvSpPr>
            <a:spLocks noGrp="1"/>
          </p:cNvSpPr>
          <p:nvPr>
            <p:ph type="ftr" sz="quarter" idx="11"/>
          </p:nvPr>
        </p:nvSpPr>
        <p:spPr/>
        <p:txBody>
          <a:bodyPr/>
          <a:lstStyle/>
          <a:p>
            <a:pPr lvl="0"/>
            <a:endParaRPr/>
          </a:p>
        </p:txBody>
      </p:sp>
      <p:sp>
        <p:nvSpPr>
          <p:cNvPr id="6" name="灯片编号占位符 5"/>
          <p:cNvSpPr>
            <a:spLocks noGrp="1"/>
          </p:cNvSpPr>
          <p:nvPr>
            <p:ph type="sldNum" sz="quarter" idx="12"/>
          </p:nvPr>
        </p:nvSpPr>
        <p:spPr/>
        <p:txBody>
          <a:bodyPr/>
          <a:lstStyle/>
          <a:p>
            <a:pPr lvl="0"/>
            <a:fld id="{9A0DB2DC-4C9A-4742-B13C-FB6460FD3503}" type="slidenum">
              <a:rPr lang="zh-CN" altLang="en-US" dirty="0"/>
              <a:t>‹#›</a:t>
            </a:fld>
            <a:endParaRPr lang="zh-CN" altLang="en-US" dirty="0"/>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4500"/>
            </a:lvl1pPr>
          </a:lstStyle>
          <a:p>
            <a:r>
              <a:rPr lang="zh-CN" altLang="en-US"/>
              <a:t>单击此处编辑母版标题样式</a:t>
            </a:r>
          </a:p>
        </p:txBody>
      </p:sp>
      <p:sp>
        <p:nvSpPr>
          <p:cNvPr id="3" name="副标题 2"/>
          <p:cNvSpPr>
            <a:spLocks noGrp="1"/>
          </p:cNvSpPr>
          <p:nvPr>
            <p:ph type="subTitle" idx="1"/>
          </p:nvPr>
        </p:nvSpPr>
        <p:spPr>
          <a:xfrm>
            <a:off x="1524000" y="3602038"/>
            <a:ext cx="9144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zh-CN" altLang="en-US"/>
              <a:t>单击此处编辑母版副标题样式</a:t>
            </a:r>
          </a:p>
        </p:txBody>
      </p:sp>
      <p:sp>
        <p:nvSpPr>
          <p:cNvPr id="4" name="日期占位符 3"/>
          <p:cNvSpPr>
            <a:spLocks noGrp="1"/>
          </p:cNvSpPr>
          <p:nvPr>
            <p:ph type="dt" sz="half" idx="10"/>
          </p:nvPr>
        </p:nvSpPr>
        <p:spPr/>
        <p:txBody>
          <a:bodyPr/>
          <a:lstStyle/>
          <a:p>
            <a:pPr lvl="0"/>
            <a:fld id="{BB962C8B-B14F-4D97-AF65-F5344CB8AC3E}" type="datetime1">
              <a:rPr lang="zh-CN" altLang="en-US" dirty="0"/>
              <a:t>2025/3/5</a:t>
            </a:fld>
            <a:endParaRPr lang="zh-CN" altLang="en-US" dirty="0"/>
          </a:p>
        </p:txBody>
      </p:sp>
      <p:sp>
        <p:nvSpPr>
          <p:cNvPr id="5" name="页脚占位符 4"/>
          <p:cNvSpPr>
            <a:spLocks noGrp="1"/>
          </p:cNvSpPr>
          <p:nvPr>
            <p:ph type="ftr" sz="quarter" idx="11"/>
          </p:nvPr>
        </p:nvSpPr>
        <p:spPr/>
        <p:txBody>
          <a:bodyPr/>
          <a:lstStyle/>
          <a:p>
            <a:pPr lvl="0"/>
            <a:endParaRPr/>
          </a:p>
        </p:txBody>
      </p:sp>
      <p:sp>
        <p:nvSpPr>
          <p:cNvPr id="6" name="灯片编号占位符 5"/>
          <p:cNvSpPr>
            <a:spLocks noGrp="1"/>
          </p:cNvSpPr>
          <p:nvPr>
            <p:ph type="sldNum" sz="quarter" idx="12"/>
          </p:nvPr>
        </p:nvSpPr>
        <p:spPr/>
        <p:txBody>
          <a:bodyPr/>
          <a:lstStyle/>
          <a:p>
            <a:pPr lvl="0"/>
            <a:fld id="{9A0DB2DC-4C9A-4742-B13C-FB6460FD3503}" type="slidenum">
              <a:rPr lang="zh-CN" altLang="en-US" dirty="0"/>
              <a:t>‹#›</a:t>
            </a:fld>
            <a:endParaRPr lang="zh-CN" altLang="en-US" dirty="0"/>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pPr lvl="0"/>
            <a:fld id="{BB962C8B-B14F-4D97-AF65-F5344CB8AC3E}" type="datetime1">
              <a:rPr lang="zh-CN" altLang="en-US" dirty="0"/>
              <a:t>2025/3/5</a:t>
            </a:fld>
            <a:endParaRPr lang="zh-CN" altLang="en-US" dirty="0"/>
          </a:p>
        </p:txBody>
      </p:sp>
      <p:sp>
        <p:nvSpPr>
          <p:cNvPr id="5" name="页脚占位符 4"/>
          <p:cNvSpPr>
            <a:spLocks noGrp="1"/>
          </p:cNvSpPr>
          <p:nvPr>
            <p:ph type="ftr" sz="quarter" idx="11"/>
          </p:nvPr>
        </p:nvSpPr>
        <p:spPr/>
        <p:txBody>
          <a:bodyPr/>
          <a:lstStyle/>
          <a:p>
            <a:pPr lvl="0"/>
            <a:endParaRPr/>
          </a:p>
        </p:txBody>
      </p:sp>
      <p:sp>
        <p:nvSpPr>
          <p:cNvPr id="6" name="灯片编号占位符 5"/>
          <p:cNvSpPr>
            <a:spLocks noGrp="1"/>
          </p:cNvSpPr>
          <p:nvPr>
            <p:ph type="sldNum" sz="quarter" idx="12"/>
          </p:nvPr>
        </p:nvSpPr>
        <p:spPr/>
        <p:txBody>
          <a:bodyPr/>
          <a:lstStyle/>
          <a:p>
            <a:pPr lvl="0"/>
            <a:fld id="{9A0DB2DC-4C9A-4742-B13C-FB6460FD3503}" type="slidenum">
              <a:rPr lang="zh-CN" altLang="en-US" dirty="0"/>
              <a:t>‹#›</a:t>
            </a:fld>
            <a:endParaRPr lang="zh-CN" altLang="en-US" dirty="0"/>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1" y="1709738"/>
            <a:ext cx="10515600" cy="2852737"/>
          </a:xfrm>
        </p:spPr>
        <p:txBody>
          <a:bodyPr anchor="b"/>
          <a:lstStyle>
            <a:lvl1pPr>
              <a:defRPr sz="4500"/>
            </a:lvl1pPr>
          </a:lstStyle>
          <a:p>
            <a:r>
              <a:rPr lang="zh-CN" altLang="en-US"/>
              <a:t>单击此处编辑母版标题样式</a:t>
            </a:r>
          </a:p>
        </p:txBody>
      </p:sp>
      <p:sp>
        <p:nvSpPr>
          <p:cNvPr id="3" name="文本占位符 2"/>
          <p:cNvSpPr>
            <a:spLocks noGrp="1"/>
          </p:cNvSpPr>
          <p:nvPr>
            <p:ph type="body" idx="1"/>
          </p:nvPr>
        </p:nvSpPr>
        <p:spPr>
          <a:xfrm>
            <a:off x="831851" y="4589463"/>
            <a:ext cx="105156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zh-CN" altLang="en-US"/>
              <a:t>单击此处编辑母版文本样式</a:t>
            </a:r>
          </a:p>
        </p:txBody>
      </p:sp>
      <p:sp>
        <p:nvSpPr>
          <p:cNvPr id="4" name="日期占位符 3"/>
          <p:cNvSpPr>
            <a:spLocks noGrp="1"/>
          </p:cNvSpPr>
          <p:nvPr>
            <p:ph type="dt" sz="half" idx="10"/>
          </p:nvPr>
        </p:nvSpPr>
        <p:spPr/>
        <p:txBody>
          <a:bodyPr/>
          <a:lstStyle/>
          <a:p>
            <a:pPr lvl="0"/>
            <a:fld id="{BB962C8B-B14F-4D97-AF65-F5344CB8AC3E}" type="datetime1">
              <a:rPr lang="zh-CN" altLang="en-US" dirty="0"/>
              <a:t>2025/3/5</a:t>
            </a:fld>
            <a:endParaRPr lang="zh-CN" altLang="en-US" dirty="0"/>
          </a:p>
        </p:txBody>
      </p:sp>
      <p:sp>
        <p:nvSpPr>
          <p:cNvPr id="5" name="页脚占位符 4"/>
          <p:cNvSpPr>
            <a:spLocks noGrp="1"/>
          </p:cNvSpPr>
          <p:nvPr>
            <p:ph type="ftr" sz="quarter" idx="11"/>
          </p:nvPr>
        </p:nvSpPr>
        <p:spPr/>
        <p:txBody>
          <a:bodyPr/>
          <a:lstStyle/>
          <a:p>
            <a:pPr lvl="0"/>
            <a:endParaRPr/>
          </a:p>
        </p:txBody>
      </p:sp>
      <p:sp>
        <p:nvSpPr>
          <p:cNvPr id="6" name="灯片编号占位符 5"/>
          <p:cNvSpPr>
            <a:spLocks noGrp="1"/>
          </p:cNvSpPr>
          <p:nvPr>
            <p:ph type="sldNum" sz="quarter" idx="12"/>
          </p:nvPr>
        </p:nvSpPr>
        <p:spPr/>
        <p:txBody>
          <a:bodyPr/>
          <a:lstStyle/>
          <a:p>
            <a:pPr lvl="0"/>
            <a:fld id="{9A0DB2DC-4C9A-4742-B13C-FB6460FD3503}" type="slidenum">
              <a:rPr lang="zh-CN" altLang="en-US" dirty="0"/>
              <a:t>‹#›</a:t>
            </a:fld>
            <a:endParaRPr lang="zh-CN" altLang="en-US" dirty="0"/>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609600" y="1600200"/>
            <a:ext cx="5376672" cy="4525963"/>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6205728" y="1600200"/>
            <a:ext cx="5376672" cy="4525963"/>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p:cNvSpPr>
            <a:spLocks noGrp="1"/>
          </p:cNvSpPr>
          <p:nvPr>
            <p:ph type="dt" sz="half" idx="10"/>
          </p:nvPr>
        </p:nvSpPr>
        <p:spPr/>
        <p:txBody>
          <a:bodyPr/>
          <a:lstStyle/>
          <a:p>
            <a:pPr lvl="0"/>
            <a:fld id="{BB962C8B-B14F-4D97-AF65-F5344CB8AC3E}" type="datetime1">
              <a:rPr lang="zh-CN" altLang="en-US" dirty="0"/>
              <a:t>2025/3/5</a:t>
            </a:fld>
            <a:endParaRPr lang="zh-CN" altLang="en-US" dirty="0"/>
          </a:p>
        </p:txBody>
      </p:sp>
      <p:sp>
        <p:nvSpPr>
          <p:cNvPr id="6" name="页脚占位符 5"/>
          <p:cNvSpPr>
            <a:spLocks noGrp="1"/>
          </p:cNvSpPr>
          <p:nvPr>
            <p:ph type="ftr" sz="quarter" idx="11"/>
          </p:nvPr>
        </p:nvSpPr>
        <p:spPr/>
        <p:txBody>
          <a:bodyPr/>
          <a:lstStyle/>
          <a:p>
            <a:pPr lvl="0"/>
            <a:endParaRPr/>
          </a:p>
        </p:txBody>
      </p:sp>
      <p:sp>
        <p:nvSpPr>
          <p:cNvPr id="7" name="灯片编号占位符 6"/>
          <p:cNvSpPr>
            <a:spLocks noGrp="1"/>
          </p:cNvSpPr>
          <p:nvPr>
            <p:ph type="sldNum" sz="quarter" idx="12"/>
          </p:nvPr>
        </p:nvSpPr>
        <p:spPr/>
        <p:txBody>
          <a:bodyPr/>
          <a:lstStyle/>
          <a:p>
            <a:pPr lvl="0"/>
            <a:fld id="{9A0DB2DC-4C9A-4742-B13C-FB6460FD3503}" type="slidenum">
              <a:rPr lang="zh-CN" altLang="en-US" dirty="0"/>
              <a:t>‹#›</a:t>
            </a:fld>
            <a:endParaRPr lang="zh-CN" altLang="en-US" dirty="0"/>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p:cNvSpPr>
            <a:spLocks noGrp="1"/>
          </p:cNvSpPr>
          <p:nvPr>
            <p:ph type="body" idx="1"/>
          </p:nvPr>
        </p:nvSpPr>
        <p:spPr>
          <a:xfrm>
            <a:off x="1186775" y="1778438"/>
            <a:ext cx="4873575"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a:r>
              <a:rPr lang="zh-CN" altLang="en-US"/>
              <a:t>单击此处编辑母版文本样式</a:t>
            </a:r>
          </a:p>
        </p:txBody>
      </p:sp>
      <p:sp>
        <p:nvSpPr>
          <p:cNvPr id="4" name="内容占位符 3"/>
          <p:cNvSpPr>
            <a:spLocks noGrp="1"/>
          </p:cNvSpPr>
          <p:nvPr>
            <p:ph sz="half" idx="2"/>
          </p:nvPr>
        </p:nvSpPr>
        <p:spPr>
          <a:xfrm>
            <a:off x="1186775" y="2665379"/>
            <a:ext cx="4873575" cy="3524284"/>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6256939" y="1778438"/>
            <a:ext cx="4897576"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a:r>
              <a:rPr lang="zh-CN" altLang="en-US"/>
              <a:t>单击此处编辑母版文本样式</a:t>
            </a:r>
          </a:p>
        </p:txBody>
      </p:sp>
      <p:sp>
        <p:nvSpPr>
          <p:cNvPr id="6" name="内容占位符 5"/>
          <p:cNvSpPr>
            <a:spLocks noGrp="1"/>
          </p:cNvSpPr>
          <p:nvPr>
            <p:ph sz="quarter" idx="4"/>
          </p:nvPr>
        </p:nvSpPr>
        <p:spPr>
          <a:xfrm>
            <a:off x="6256939" y="2665379"/>
            <a:ext cx="4897576" cy="3524284"/>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nvPr>
        </p:nvSpPr>
        <p:spPr/>
        <p:txBody>
          <a:bodyPr/>
          <a:lstStyle/>
          <a:p>
            <a:pPr lvl="0"/>
            <a:fld id="{BB962C8B-B14F-4D97-AF65-F5344CB8AC3E}" type="datetime1">
              <a:rPr lang="zh-CN" altLang="en-US" dirty="0"/>
              <a:t>2025/3/5</a:t>
            </a:fld>
            <a:endParaRPr lang="zh-CN" altLang="en-US" dirty="0"/>
          </a:p>
        </p:txBody>
      </p:sp>
      <p:sp>
        <p:nvSpPr>
          <p:cNvPr id="8" name="页脚占位符 7"/>
          <p:cNvSpPr>
            <a:spLocks noGrp="1"/>
          </p:cNvSpPr>
          <p:nvPr>
            <p:ph type="ftr" sz="quarter" idx="11"/>
          </p:nvPr>
        </p:nvSpPr>
        <p:spPr/>
        <p:txBody>
          <a:bodyPr/>
          <a:lstStyle/>
          <a:p>
            <a:pPr lvl="0"/>
            <a:endParaRPr/>
          </a:p>
        </p:txBody>
      </p:sp>
      <p:sp>
        <p:nvSpPr>
          <p:cNvPr id="9" name="灯片编号占位符 8"/>
          <p:cNvSpPr>
            <a:spLocks noGrp="1"/>
          </p:cNvSpPr>
          <p:nvPr>
            <p:ph type="sldNum" sz="quarter" idx="12"/>
          </p:nvPr>
        </p:nvSpPr>
        <p:spPr/>
        <p:txBody>
          <a:bodyPr/>
          <a:lstStyle/>
          <a:p>
            <a:pPr lvl="0"/>
            <a:fld id="{9A0DB2DC-4C9A-4742-B13C-FB6460FD3503}" type="slidenum">
              <a:rPr lang="zh-CN" altLang="en-US" dirty="0"/>
              <a:t>‹#›</a:t>
            </a:fld>
            <a:endParaRPr lang="zh-CN" altLang="en-US" dirty="0"/>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pPr lvl="0"/>
            <a:fld id="{BB962C8B-B14F-4D97-AF65-F5344CB8AC3E}" type="datetime1">
              <a:rPr lang="zh-CN" altLang="en-US" dirty="0"/>
              <a:t>2025/3/5</a:t>
            </a:fld>
            <a:endParaRPr lang="zh-CN" altLang="en-US" dirty="0"/>
          </a:p>
        </p:txBody>
      </p:sp>
      <p:sp>
        <p:nvSpPr>
          <p:cNvPr id="4" name="页脚占位符 3"/>
          <p:cNvSpPr>
            <a:spLocks noGrp="1"/>
          </p:cNvSpPr>
          <p:nvPr>
            <p:ph type="ftr" sz="quarter" idx="11"/>
          </p:nvPr>
        </p:nvSpPr>
        <p:spPr/>
        <p:txBody>
          <a:bodyPr/>
          <a:lstStyle/>
          <a:p>
            <a:pPr lvl="0"/>
            <a:endParaRPr/>
          </a:p>
        </p:txBody>
      </p:sp>
      <p:sp>
        <p:nvSpPr>
          <p:cNvPr id="5" name="灯片编号占位符 4"/>
          <p:cNvSpPr>
            <a:spLocks noGrp="1"/>
          </p:cNvSpPr>
          <p:nvPr>
            <p:ph type="sldNum" sz="quarter" idx="12"/>
          </p:nvPr>
        </p:nvSpPr>
        <p:spPr/>
        <p:txBody>
          <a:bodyPr/>
          <a:lstStyle/>
          <a:p>
            <a:pPr lvl="0"/>
            <a:fld id="{9A0DB2DC-4C9A-4742-B13C-FB6460FD3503}" type="slidenum">
              <a:rPr lang="zh-CN" altLang="en-US" dirty="0"/>
              <a:t>‹#›</a:t>
            </a:fld>
            <a:endParaRPr lang="zh-CN" altLang="en-US" dirty="0"/>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pPr lvl="0"/>
            <a:fld id="{BB962C8B-B14F-4D97-AF65-F5344CB8AC3E}" type="datetime1">
              <a:rPr lang="zh-CN" altLang="en-US" dirty="0"/>
              <a:t>2025/3/5</a:t>
            </a:fld>
            <a:endParaRPr lang="zh-CN" altLang="en-US" dirty="0"/>
          </a:p>
        </p:txBody>
      </p:sp>
      <p:sp>
        <p:nvSpPr>
          <p:cNvPr id="3" name="页脚占位符 2"/>
          <p:cNvSpPr>
            <a:spLocks noGrp="1"/>
          </p:cNvSpPr>
          <p:nvPr>
            <p:ph type="ftr" sz="quarter" idx="11"/>
          </p:nvPr>
        </p:nvSpPr>
        <p:spPr/>
        <p:txBody>
          <a:bodyPr/>
          <a:lstStyle/>
          <a:p>
            <a:pPr lvl="0"/>
            <a:endParaRPr/>
          </a:p>
        </p:txBody>
      </p:sp>
      <p:sp>
        <p:nvSpPr>
          <p:cNvPr id="4" name="灯片编号占位符 3"/>
          <p:cNvSpPr>
            <a:spLocks noGrp="1"/>
          </p:cNvSpPr>
          <p:nvPr>
            <p:ph type="sldNum" sz="quarter" idx="12"/>
          </p:nvPr>
        </p:nvSpPr>
        <p:spPr/>
        <p:txBody>
          <a:bodyPr/>
          <a:lstStyle/>
          <a:p>
            <a:pPr lvl="0"/>
            <a:fld id="{9A0DB2DC-4C9A-4742-B13C-FB6460FD3503}" type="slidenum">
              <a:rPr lang="zh-CN" altLang="en-US" dirty="0"/>
              <a:t>‹#›</a:t>
            </a:fld>
            <a:endParaRPr lang="zh-CN" altLang="en-US" dirty="0"/>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2400"/>
            </a:lvl1pPr>
          </a:lstStyle>
          <a:p>
            <a:r>
              <a:rPr lang="zh-CN" altLang="en-US"/>
              <a:t>单击此处编辑母版标题样式</a:t>
            </a:r>
          </a:p>
        </p:txBody>
      </p:sp>
      <p:sp>
        <p:nvSpPr>
          <p:cNvPr id="3" name="内容占位符 2"/>
          <p:cNvSpPr>
            <a:spLocks noGrp="1"/>
          </p:cNvSpPr>
          <p:nvPr>
            <p:ph idx="1"/>
          </p:nvPr>
        </p:nvSpPr>
        <p:spPr>
          <a:xfrm>
            <a:off x="5183188" y="987425"/>
            <a:ext cx="617220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839788" y="2057400"/>
            <a:ext cx="3932237"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pPr lvl="0"/>
            <a:fld id="{BB962C8B-B14F-4D97-AF65-F5344CB8AC3E}" type="datetime1">
              <a:rPr lang="zh-CN" altLang="en-US" dirty="0"/>
              <a:t>2025/3/5</a:t>
            </a:fld>
            <a:endParaRPr lang="zh-CN" altLang="en-US" dirty="0"/>
          </a:p>
        </p:txBody>
      </p:sp>
      <p:sp>
        <p:nvSpPr>
          <p:cNvPr id="6" name="页脚占位符 5"/>
          <p:cNvSpPr>
            <a:spLocks noGrp="1"/>
          </p:cNvSpPr>
          <p:nvPr>
            <p:ph type="ftr" sz="quarter" idx="11"/>
          </p:nvPr>
        </p:nvSpPr>
        <p:spPr/>
        <p:txBody>
          <a:bodyPr/>
          <a:lstStyle/>
          <a:p>
            <a:pPr lvl="0"/>
            <a:endParaRPr/>
          </a:p>
        </p:txBody>
      </p:sp>
      <p:sp>
        <p:nvSpPr>
          <p:cNvPr id="7" name="灯片编号占位符 6"/>
          <p:cNvSpPr>
            <a:spLocks noGrp="1"/>
          </p:cNvSpPr>
          <p:nvPr>
            <p:ph type="sldNum" sz="quarter" idx="12"/>
          </p:nvPr>
        </p:nvSpPr>
        <p:spPr/>
        <p:txBody>
          <a:bodyPr/>
          <a:lstStyle/>
          <a:p>
            <a:pPr lvl="0"/>
            <a:fld id="{9A0DB2DC-4C9A-4742-B13C-FB6460FD3503}" type="slidenum">
              <a:rPr lang="zh-CN" altLang="en-US" dirty="0"/>
              <a:t>‹#›</a:t>
            </a:fld>
            <a:endParaRPr lang="zh-CN" altLang="en-US" dirty="0"/>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4165349" cy="1600200"/>
          </a:xfrm>
        </p:spPr>
        <p:txBody>
          <a:bodyPr anchor="b"/>
          <a:lstStyle>
            <a:lvl1pPr>
              <a:defRPr sz="2400"/>
            </a:lvl1pPr>
          </a:lstStyle>
          <a:p>
            <a:r>
              <a:rPr lang="zh-CN" altLang="en-US"/>
              <a:t>单击此处编辑母版标题样式</a:t>
            </a:r>
          </a:p>
        </p:txBody>
      </p:sp>
      <p:sp>
        <p:nvSpPr>
          <p:cNvPr id="3" name="图片占位符 2"/>
          <p:cNvSpPr>
            <a:spLocks noGrp="1"/>
          </p:cNvSpPr>
          <p:nvPr>
            <p:ph type="pic" idx="1"/>
          </p:nvPr>
        </p:nvSpPr>
        <p:spPr>
          <a:xfrm>
            <a:off x="5183188" y="457201"/>
            <a:ext cx="6172200" cy="540385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zh-CN" altLang="en-US"/>
          </a:p>
        </p:txBody>
      </p:sp>
      <p:sp>
        <p:nvSpPr>
          <p:cNvPr id="4" name="文本占位符 3"/>
          <p:cNvSpPr>
            <a:spLocks noGrp="1"/>
          </p:cNvSpPr>
          <p:nvPr>
            <p:ph type="body" sz="half" idx="2"/>
          </p:nvPr>
        </p:nvSpPr>
        <p:spPr>
          <a:xfrm>
            <a:off x="839788" y="2057400"/>
            <a:ext cx="4165349" cy="3811588"/>
          </a:xfrm>
        </p:spPr>
        <p:txBody>
          <a:bodyPr/>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pPr lvl="0"/>
            <a:fld id="{BB962C8B-B14F-4D97-AF65-F5344CB8AC3E}" type="datetime1">
              <a:rPr lang="zh-CN" altLang="en-US" dirty="0"/>
              <a:t>2025/3/5</a:t>
            </a:fld>
            <a:endParaRPr lang="zh-CN" altLang="en-US" dirty="0"/>
          </a:p>
        </p:txBody>
      </p:sp>
      <p:sp>
        <p:nvSpPr>
          <p:cNvPr id="6" name="页脚占位符 5"/>
          <p:cNvSpPr>
            <a:spLocks noGrp="1"/>
          </p:cNvSpPr>
          <p:nvPr>
            <p:ph type="ftr" sz="quarter" idx="11"/>
          </p:nvPr>
        </p:nvSpPr>
        <p:spPr/>
        <p:txBody>
          <a:bodyPr/>
          <a:lstStyle/>
          <a:p>
            <a:pPr lvl="0"/>
            <a:endParaRPr/>
          </a:p>
        </p:txBody>
      </p:sp>
      <p:sp>
        <p:nvSpPr>
          <p:cNvPr id="7" name="灯片编号占位符 6"/>
          <p:cNvSpPr>
            <a:spLocks noGrp="1"/>
          </p:cNvSpPr>
          <p:nvPr>
            <p:ph type="sldNum" sz="quarter" idx="12"/>
          </p:nvPr>
        </p:nvSpPr>
        <p:spPr/>
        <p:txBody>
          <a:bodyPr/>
          <a:lstStyle/>
          <a:p>
            <a:pPr lvl="0"/>
            <a:fld id="{9A0DB2DC-4C9A-4742-B13C-FB6460FD3503}" type="slidenum">
              <a:rPr lang="zh-CN" altLang="en-US" dirty="0"/>
              <a:t>‹#›</a:t>
            </a:fld>
            <a:endParaRPr lang="zh-CN" altLang="en-US" dirty="0"/>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pPr lvl="0"/>
            <a:fld id="{BB962C8B-B14F-4D97-AF65-F5344CB8AC3E}" type="datetime1">
              <a:rPr lang="zh-CN" altLang="en-US" dirty="0"/>
              <a:t>2025/3/5</a:t>
            </a:fld>
            <a:endParaRPr lang="zh-CN" altLang="en-US" dirty="0"/>
          </a:p>
        </p:txBody>
      </p:sp>
      <p:sp>
        <p:nvSpPr>
          <p:cNvPr id="5" name="页脚占位符 4"/>
          <p:cNvSpPr>
            <a:spLocks noGrp="1"/>
          </p:cNvSpPr>
          <p:nvPr>
            <p:ph type="ftr" sz="quarter" idx="11"/>
          </p:nvPr>
        </p:nvSpPr>
        <p:spPr/>
        <p:txBody>
          <a:bodyPr/>
          <a:lstStyle/>
          <a:p>
            <a:pPr lvl="0"/>
            <a:endParaRPr/>
          </a:p>
        </p:txBody>
      </p:sp>
      <p:sp>
        <p:nvSpPr>
          <p:cNvPr id="6" name="灯片编号占位符 5"/>
          <p:cNvSpPr>
            <a:spLocks noGrp="1"/>
          </p:cNvSpPr>
          <p:nvPr>
            <p:ph type="sldNum" sz="quarter" idx="12"/>
          </p:nvPr>
        </p:nvSpPr>
        <p:spPr/>
        <p:txBody>
          <a:bodyPr/>
          <a:lstStyle/>
          <a:p>
            <a:pPr lvl="0"/>
            <a:fld id="{9A0DB2DC-4C9A-4742-B13C-FB6460FD3503}" type="slidenum">
              <a:rPr lang="zh-CN" altLang="en-US" dirty="0"/>
              <a:t>‹#›</a:t>
            </a:fld>
            <a:endParaRPr lang="zh-CN" altLang="en-US" dirty="0"/>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type="vertTitleAndTx" preserve="1">
  <p:cSld name="竖版">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839200" y="274638"/>
            <a:ext cx="2743200" cy="5851525"/>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609600" y="274638"/>
            <a:ext cx="8070573" cy="5851525"/>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pPr lvl="0"/>
            <a:fld id="{BB962C8B-B14F-4D97-AF65-F5344CB8AC3E}" type="datetime1">
              <a:rPr lang="zh-CN" altLang="en-US" dirty="0"/>
              <a:t>2025/3/5</a:t>
            </a:fld>
            <a:endParaRPr lang="zh-CN" altLang="en-US" dirty="0"/>
          </a:p>
        </p:txBody>
      </p:sp>
      <p:sp>
        <p:nvSpPr>
          <p:cNvPr id="5" name="页脚占位符 4"/>
          <p:cNvSpPr>
            <a:spLocks noGrp="1"/>
          </p:cNvSpPr>
          <p:nvPr>
            <p:ph type="ftr" sz="quarter" idx="11"/>
          </p:nvPr>
        </p:nvSpPr>
        <p:spPr/>
        <p:txBody>
          <a:bodyPr/>
          <a:lstStyle/>
          <a:p>
            <a:pPr lvl="0"/>
            <a:endParaRPr/>
          </a:p>
        </p:txBody>
      </p:sp>
      <p:sp>
        <p:nvSpPr>
          <p:cNvPr id="6" name="灯片编号占位符 5"/>
          <p:cNvSpPr>
            <a:spLocks noGrp="1"/>
          </p:cNvSpPr>
          <p:nvPr>
            <p:ph type="sldNum" sz="quarter" idx="12"/>
          </p:nvPr>
        </p:nvSpPr>
        <p:spPr/>
        <p:txBody>
          <a:bodyPr/>
          <a:lstStyle/>
          <a:p>
            <a:pPr lvl="0"/>
            <a:fld id="{9A0DB2DC-4C9A-4742-B13C-FB6460FD3503}" type="slidenum">
              <a:rPr lang="zh-CN" altLang="en-US" dirty="0"/>
              <a:t>‹#›</a:t>
            </a:fld>
            <a:endParaRPr lang="zh-CN" alt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theme" Target="../theme/theme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29.xml"/><Relationship Id="rId3" Type="http://schemas.openxmlformats.org/officeDocument/2006/relationships/slideLayout" Target="../slideLayouts/slideLayout24.xml"/><Relationship Id="rId7" Type="http://schemas.openxmlformats.org/officeDocument/2006/relationships/slideLayout" Target="../slideLayouts/slideLayout28.xml"/><Relationship Id="rId12" Type="http://schemas.openxmlformats.org/officeDocument/2006/relationships/theme" Target="../theme/theme3.xml"/><Relationship Id="rId2" Type="http://schemas.openxmlformats.org/officeDocument/2006/relationships/slideLayout" Target="../slideLayouts/slideLayout23.xml"/><Relationship Id="rId1" Type="http://schemas.openxmlformats.org/officeDocument/2006/relationships/slideLayout" Target="../slideLayouts/slideLayout22.xml"/><Relationship Id="rId6" Type="http://schemas.openxmlformats.org/officeDocument/2006/relationships/slideLayout" Target="../slideLayouts/slideLayout27.xml"/><Relationship Id="rId11" Type="http://schemas.openxmlformats.org/officeDocument/2006/relationships/slideLayout" Target="../slideLayouts/slideLayout32.xml"/><Relationship Id="rId5" Type="http://schemas.openxmlformats.org/officeDocument/2006/relationships/slideLayout" Target="../slideLayouts/slideLayout26.xml"/><Relationship Id="rId10" Type="http://schemas.openxmlformats.org/officeDocument/2006/relationships/slideLayout" Target="../slideLayouts/slideLayout31.xml"/><Relationship Id="rId4" Type="http://schemas.openxmlformats.org/officeDocument/2006/relationships/slideLayout" Target="../slideLayouts/slideLayout25.xml"/><Relationship Id="rId9" Type="http://schemas.openxmlformats.org/officeDocument/2006/relationships/slideLayout" Target="../slideLayouts/slideLayout30.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40.xml"/><Relationship Id="rId3" Type="http://schemas.openxmlformats.org/officeDocument/2006/relationships/slideLayout" Target="../slideLayouts/slideLayout35.xml"/><Relationship Id="rId7" Type="http://schemas.openxmlformats.org/officeDocument/2006/relationships/slideLayout" Target="../slideLayouts/slideLayout39.xml"/><Relationship Id="rId12" Type="http://schemas.openxmlformats.org/officeDocument/2006/relationships/theme" Target="../theme/theme4.xml"/><Relationship Id="rId2" Type="http://schemas.openxmlformats.org/officeDocument/2006/relationships/slideLayout" Target="../slideLayouts/slideLayout34.xml"/><Relationship Id="rId1" Type="http://schemas.openxmlformats.org/officeDocument/2006/relationships/slideLayout" Target="../slideLayouts/slideLayout33.xml"/><Relationship Id="rId6" Type="http://schemas.openxmlformats.org/officeDocument/2006/relationships/slideLayout" Target="../slideLayouts/slideLayout38.xml"/><Relationship Id="rId11" Type="http://schemas.openxmlformats.org/officeDocument/2006/relationships/slideLayout" Target="../slideLayouts/slideLayout43.xml"/><Relationship Id="rId5" Type="http://schemas.openxmlformats.org/officeDocument/2006/relationships/slideLayout" Target="../slideLayouts/slideLayout37.xml"/><Relationship Id="rId10" Type="http://schemas.openxmlformats.org/officeDocument/2006/relationships/slideLayout" Target="../slideLayouts/slideLayout42.xml"/><Relationship Id="rId4" Type="http://schemas.openxmlformats.org/officeDocument/2006/relationships/slideLayout" Target="../slideLayouts/slideLayout36.xml"/><Relationship Id="rId9" Type="http://schemas.openxmlformats.org/officeDocument/2006/relationships/slideLayout" Target="../slideLayouts/slideLayout4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6" name="标题占位符 1"/>
          <p:cNvSpPr>
            <a:spLocks noGrp="1"/>
          </p:cNvSpPr>
          <p:nvPr>
            <p:ph type="title"/>
          </p:nvPr>
        </p:nvSpPr>
        <p:spPr>
          <a:xfrm>
            <a:off x="609600" y="274638"/>
            <a:ext cx="10972800" cy="1143000"/>
          </a:xfrm>
          <a:prstGeom prst="rect">
            <a:avLst/>
          </a:prstGeom>
          <a:noFill/>
          <a:ln w="9525">
            <a:noFill/>
          </a:ln>
        </p:spPr>
        <p:txBody>
          <a:bodyPr vert="horz" anchor="ctr">
            <a:normAutofit/>
          </a:bodyPr>
          <a:lstStyle/>
          <a:p>
            <a:pPr lvl="0"/>
            <a:r>
              <a:rPr lang="zh-CN" altLang="en-US"/>
              <a:t>单击此处编辑母版标题样式</a:t>
            </a:r>
          </a:p>
        </p:txBody>
      </p:sp>
      <p:sp>
        <p:nvSpPr>
          <p:cNvPr id="1027" name="文本占位符 2"/>
          <p:cNvSpPr>
            <a:spLocks noGrp="1"/>
          </p:cNvSpPr>
          <p:nvPr>
            <p:ph type="body" idx="1"/>
          </p:nvPr>
        </p:nvSpPr>
        <p:spPr>
          <a:xfrm>
            <a:off x="609600" y="1600200"/>
            <a:ext cx="10972800" cy="4525963"/>
          </a:xfrm>
          <a:prstGeom prst="rect">
            <a:avLst/>
          </a:prstGeom>
          <a:noFill/>
          <a:ln w="9525">
            <a:noFill/>
          </a:ln>
        </p:spPr>
        <p:txBody>
          <a:bodyPr vert="horz">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1028" name="日期占位符 3"/>
          <p:cNvSpPr>
            <a:spLocks noGrp="1"/>
          </p:cNvSpPr>
          <p:nvPr>
            <p:ph type="dt" sz="half" idx="2"/>
          </p:nvPr>
        </p:nvSpPr>
        <p:spPr>
          <a:xfrm>
            <a:off x="609600" y="6356350"/>
            <a:ext cx="2844800" cy="365125"/>
          </a:xfrm>
          <a:prstGeom prst="rect">
            <a:avLst/>
          </a:prstGeom>
          <a:noFill/>
          <a:ln w="9525">
            <a:noFill/>
          </a:ln>
        </p:spPr>
        <p:txBody>
          <a:bodyPr vert="horz" anchor="ctr"/>
          <a:lstStyle>
            <a:lvl1pPr algn="l">
              <a:defRPr sz="1200">
                <a:solidFill>
                  <a:srgbClr val="898989"/>
                </a:solidFill>
                <a:ea typeface="宋体" panose="02010600030101010101" pitchFamily="2" charset="-122"/>
              </a:defRPr>
            </a:lvl1pPr>
          </a:lstStyle>
          <a:p>
            <a:pPr lvl="0"/>
            <a:fld id="{BB962C8B-B14F-4D97-AF65-F5344CB8AC3E}" type="datetime1">
              <a:rPr lang="zh-CN" altLang="en-US" dirty="0"/>
              <a:t>2025/3/5</a:t>
            </a:fld>
            <a:endParaRPr lang="zh-CN" altLang="en-US" dirty="0"/>
          </a:p>
        </p:txBody>
      </p:sp>
      <p:sp>
        <p:nvSpPr>
          <p:cNvPr id="1029" name="页脚占位符 4"/>
          <p:cNvSpPr>
            <a:spLocks noGrp="1"/>
          </p:cNvSpPr>
          <p:nvPr>
            <p:ph type="ftr" sz="quarter" idx="3"/>
          </p:nvPr>
        </p:nvSpPr>
        <p:spPr>
          <a:xfrm>
            <a:off x="4165600" y="6356350"/>
            <a:ext cx="3860800" cy="365125"/>
          </a:xfrm>
          <a:prstGeom prst="rect">
            <a:avLst/>
          </a:prstGeom>
          <a:noFill/>
          <a:ln w="9525">
            <a:noFill/>
          </a:ln>
        </p:spPr>
        <p:txBody>
          <a:bodyPr vert="horz" anchor="ctr"/>
          <a:lstStyle>
            <a:lvl1pPr algn="ctr">
              <a:defRPr sz="1200">
                <a:solidFill>
                  <a:srgbClr val="898989"/>
                </a:solidFill>
                <a:ea typeface="宋体" panose="02010600030101010101" pitchFamily="2" charset="-122"/>
              </a:defRPr>
            </a:lvl1pPr>
          </a:lstStyle>
          <a:p>
            <a:pPr lvl="0"/>
            <a:endParaRPr/>
          </a:p>
        </p:txBody>
      </p:sp>
      <p:sp>
        <p:nvSpPr>
          <p:cNvPr id="1030" name="灯片编号占位符 5"/>
          <p:cNvSpPr>
            <a:spLocks noGrp="1"/>
          </p:cNvSpPr>
          <p:nvPr>
            <p:ph type="sldNum" sz="quarter" idx="4"/>
          </p:nvPr>
        </p:nvSpPr>
        <p:spPr>
          <a:xfrm>
            <a:off x="8737600" y="6356350"/>
            <a:ext cx="2844800" cy="365125"/>
          </a:xfrm>
          <a:prstGeom prst="rect">
            <a:avLst/>
          </a:prstGeom>
          <a:noFill/>
          <a:ln w="9525">
            <a:noFill/>
          </a:ln>
        </p:spPr>
        <p:txBody>
          <a:bodyPr vert="horz" anchor="ctr"/>
          <a:lstStyle>
            <a:lvl1pPr algn="r">
              <a:defRPr sz="1200">
                <a:solidFill>
                  <a:srgbClr val="898989"/>
                </a:solidFill>
                <a:ea typeface="宋体" panose="02010600030101010101" pitchFamily="2" charset="-122"/>
              </a:defRPr>
            </a:lvl1pPr>
          </a:lstStyle>
          <a:p>
            <a:pPr lvl="0"/>
            <a:fld id="{9A0DB2DC-4C9A-4742-B13C-FB6460FD3503}" type="slidenum">
              <a:rPr lang="zh-CN" altLang="en-US" dirty="0"/>
              <a:t>‹#›</a:t>
            </a:fld>
            <a:endParaRPr lang="zh-CN" alt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lvl="0" algn="ctr" defTabSz="914400" eaLnBrk="1" fontAlgn="base" latinLnBrk="0" hangingPunct="1">
        <a:lnSpc>
          <a:spcPct val="100000"/>
        </a:lnSpc>
        <a:spcBef>
          <a:spcPct val="0"/>
        </a:spcBef>
        <a:buClr>
          <a:srgbClr val="000000"/>
        </a:buClr>
        <a:buNone/>
        <a:defRPr sz="4400" kern="1200">
          <a:solidFill>
            <a:schemeClr val="tx1"/>
          </a:solidFill>
          <a:latin typeface="+mj-lt"/>
          <a:ea typeface="+mj-ea"/>
          <a:cs typeface="+mj-cs"/>
          <a:sym typeface="Calibri" panose="020F0502020204030204" charset="0"/>
        </a:defRPr>
      </a:lvl1pPr>
    </p:titleStyle>
    <p:bodyStyle>
      <a:lvl1pPr marL="342900" lvl="0" indent="-342900" algn="l" defTabSz="914400" eaLnBrk="1" fontAlgn="base" latinLnBrk="0" hangingPunct="1">
        <a:lnSpc>
          <a:spcPct val="100000"/>
        </a:lnSpc>
        <a:spcBef>
          <a:spcPct val="20000"/>
        </a:spcBef>
        <a:buFont typeface="Arial" panose="020B0604020202020204" pitchFamily="34" charset="0"/>
        <a:buChar char="•"/>
        <a:defRPr sz="3200" kern="1200">
          <a:solidFill>
            <a:schemeClr val="tx1"/>
          </a:solidFill>
          <a:latin typeface="+mn-lt"/>
          <a:ea typeface="+mn-ea"/>
          <a:cs typeface="+mn-cs"/>
          <a:sym typeface="Calibri" panose="020F0502020204030204" charset="0"/>
        </a:defRPr>
      </a:lvl1pPr>
      <a:lvl2pPr marL="742950" lvl="1" indent="-285750" algn="l" defTabSz="914400" eaLnBrk="1" fontAlgn="base" latinLnBrk="0" hangingPunct="1">
        <a:lnSpc>
          <a:spcPct val="100000"/>
        </a:lnSpc>
        <a:spcBef>
          <a:spcPct val="20000"/>
        </a:spcBef>
        <a:buFont typeface="Arial" panose="020B0604020202020204" pitchFamily="34" charset="0"/>
        <a:buChar char="–"/>
        <a:defRPr sz="2800" kern="1200">
          <a:solidFill>
            <a:schemeClr val="tx1"/>
          </a:solidFill>
          <a:latin typeface="+mn-lt"/>
          <a:ea typeface="+mn-ea"/>
          <a:cs typeface="+mn-cs"/>
          <a:sym typeface="Calibri" panose="020F0502020204030204" charset="0"/>
        </a:defRPr>
      </a:lvl2pPr>
      <a:lvl3pPr marL="1143000" lvl="2" indent="-228600" algn="l" defTabSz="914400" eaLnBrk="1" fontAlgn="base" latinLnBrk="0" hangingPunct="1">
        <a:lnSpc>
          <a:spcPct val="100000"/>
        </a:lnSpc>
        <a:spcBef>
          <a:spcPct val="20000"/>
        </a:spcBef>
        <a:buFont typeface="Arial" panose="020B0604020202020204" pitchFamily="34" charset="0"/>
        <a:buChar char="•"/>
        <a:defRPr sz="2400" kern="1200">
          <a:solidFill>
            <a:schemeClr val="tx1"/>
          </a:solidFill>
          <a:latin typeface="+mn-lt"/>
          <a:ea typeface="+mn-ea"/>
          <a:cs typeface="+mn-cs"/>
          <a:sym typeface="Calibri" panose="020F0502020204030204" charset="0"/>
        </a:defRPr>
      </a:lvl3pPr>
      <a:lvl4pPr marL="1600200" lvl="3" indent="-228600" algn="l" defTabSz="914400" eaLnBrk="1" fontAlgn="base" latinLnBrk="0" hangingPunct="1">
        <a:lnSpc>
          <a:spcPct val="100000"/>
        </a:lnSpc>
        <a:spcBef>
          <a:spcPct val="20000"/>
        </a:spcBef>
        <a:buFont typeface="Arial" panose="020B0604020202020204" pitchFamily="34" charset="0"/>
        <a:buChar char="–"/>
        <a:defRPr sz="2000" kern="1200">
          <a:solidFill>
            <a:schemeClr val="tx1"/>
          </a:solidFill>
          <a:latin typeface="+mn-lt"/>
          <a:ea typeface="+mn-ea"/>
          <a:cs typeface="+mn-cs"/>
          <a:sym typeface="Calibri" panose="020F0502020204030204" charset="0"/>
        </a:defRPr>
      </a:lvl4pPr>
      <a:lvl5pPr marL="2057400" lvl="4" indent="-228600" algn="l" defTabSz="914400" eaLnBrk="1" fontAlgn="base" latinLnBrk="0" hangingPunct="1">
        <a:lnSpc>
          <a:spcPct val="100000"/>
        </a:lnSpc>
        <a:spcBef>
          <a:spcPct val="20000"/>
        </a:spcBef>
        <a:buFont typeface="Arial" panose="020B0604020202020204" pitchFamily="34" charset="0"/>
        <a:buChar char="»"/>
        <a:defRPr sz="2000" kern="1200">
          <a:solidFill>
            <a:schemeClr val="tx1"/>
          </a:solidFill>
          <a:latin typeface="+mn-lt"/>
          <a:ea typeface="+mn-ea"/>
          <a:cs typeface="+mn-cs"/>
          <a:sym typeface="Calibri" panose="020F0502020204030204" charset="0"/>
        </a:defRPr>
      </a:lvl5pPr>
      <a:lvl6pPr marL="2514600" lvl="5" indent="-228600" algn="l" defTabSz="914400" eaLnBrk="1" fontAlgn="base" latinLnBrk="0" hangingPunct="1">
        <a:lnSpc>
          <a:spcPct val="100000"/>
        </a:lnSpc>
        <a:spcBef>
          <a:spcPct val="20000"/>
        </a:spcBef>
        <a:buFont typeface="Arial" panose="020B0604020202020204" pitchFamily="34" charset="0"/>
        <a:buChar char="»"/>
        <a:defRPr sz="2000" kern="1200">
          <a:solidFill>
            <a:schemeClr val="tx1"/>
          </a:solidFill>
          <a:latin typeface="+mn-lt"/>
          <a:ea typeface="+mn-ea"/>
          <a:cs typeface="+mn-cs"/>
          <a:sym typeface="Calibri" panose="020F0502020204030204" charset="0"/>
        </a:defRPr>
      </a:lvl6pPr>
      <a:lvl7pPr marL="2971800" lvl="6" indent="-228600" algn="l" defTabSz="914400" eaLnBrk="1" fontAlgn="base" latinLnBrk="0" hangingPunct="1">
        <a:lnSpc>
          <a:spcPct val="100000"/>
        </a:lnSpc>
        <a:spcBef>
          <a:spcPct val="20000"/>
        </a:spcBef>
        <a:buFont typeface="Arial" panose="020B0604020202020204" pitchFamily="34" charset="0"/>
        <a:buChar char="»"/>
        <a:defRPr sz="2000" kern="1200">
          <a:solidFill>
            <a:schemeClr val="tx1"/>
          </a:solidFill>
          <a:latin typeface="+mn-lt"/>
          <a:ea typeface="+mn-ea"/>
          <a:cs typeface="+mn-cs"/>
          <a:sym typeface="Calibri" panose="020F0502020204030204" charset="0"/>
        </a:defRPr>
      </a:lvl7pPr>
      <a:lvl8pPr marL="3429000" lvl="7" indent="-228600" algn="l" defTabSz="914400" eaLnBrk="1" fontAlgn="base" latinLnBrk="0" hangingPunct="1">
        <a:lnSpc>
          <a:spcPct val="100000"/>
        </a:lnSpc>
        <a:spcBef>
          <a:spcPct val="20000"/>
        </a:spcBef>
        <a:buFont typeface="Arial" panose="020B0604020202020204" pitchFamily="34" charset="0"/>
        <a:buChar char="»"/>
        <a:defRPr sz="2000" kern="1200">
          <a:solidFill>
            <a:schemeClr val="tx1"/>
          </a:solidFill>
          <a:latin typeface="+mn-lt"/>
          <a:ea typeface="+mn-ea"/>
          <a:cs typeface="+mn-cs"/>
          <a:sym typeface="Calibri" panose="020F0502020204030204" charset="0"/>
        </a:defRPr>
      </a:lvl8pPr>
      <a:lvl9pPr marL="3886200" lvl="8" indent="-228600" algn="l" defTabSz="914400" eaLnBrk="1" fontAlgn="base" latinLnBrk="0" hangingPunct="1">
        <a:lnSpc>
          <a:spcPct val="100000"/>
        </a:lnSpc>
        <a:spcBef>
          <a:spcPct val="20000"/>
        </a:spcBef>
        <a:buFont typeface="Arial" panose="020B0604020202020204" pitchFamily="34" charset="0"/>
        <a:buChar char="»"/>
        <a:defRPr sz="2000" kern="1200">
          <a:solidFill>
            <a:schemeClr val="tx1"/>
          </a:solidFill>
          <a:latin typeface="+mn-lt"/>
          <a:ea typeface="+mn-ea"/>
          <a:cs typeface="+mn-cs"/>
          <a:sym typeface="Calibri" panose="020F0502020204030204" charset="0"/>
        </a:defRPr>
      </a:lvl9pPr>
    </p:bodyStyle>
    <p:otherStyle>
      <a:lvl1pPr marL="0" lvl="0" indent="0" algn="l" defTabSz="914400" eaLnBrk="1" fontAlgn="base" latinLnBrk="0" hangingPunct="1">
        <a:lnSpc>
          <a:spcPct val="100000"/>
        </a:lnSpc>
        <a:spcBef>
          <a:spcPct val="0"/>
        </a:spcBef>
        <a:spcAft>
          <a:spcPct val="0"/>
        </a:spcAft>
        <a:buClr>
          <a:srgbClr val="000000"/>
        </a:buClr>
        <a:buFont typeface="Arial" panose="020B0604020202020204" pitchFamily="34" charset="0"/>
        <a:defRPr sz="1800" kern="1200" baseline="0">
          <a:solidFill>
            <a:schemeClr val="tx1"/>
          </a:solidFill>
          <a:latin typeface="+mn-lt"/>
          <a:ea typeface="+mn-ea"/>
          <a:cs typeface="+mn-cs"/>
        </a:defRPr>
      </a:lvl1pPr>
      <a:lvl2pPr marL="457200" lvl="1" indent="0" algn="l" defTabSz="914400" eaLnBrk="1" fontAlgn="base" latinLnBrk="0" hangingPunct="1">
        <a:lnSpc>
          <a:spcPct val="100000"/>
        </a:lnSpc>
        <a:spcBef>
          <a:spcPct val="0"/>
        </a:spcBef>
        <a:spcAft>
          <a:spcPct val="0"/>
        </a:spcAft>
        <a:buClr>
          <a:srgbClr val="000000"/>
        </a:buClr>
        <a:buFont typeface="Arial" panose="020B0604020202020204" pitchFamily="34" charset="0"/>
        <a:defRPr sz="1800" kern="1200" baseline="0">
          <a:solidFill>
            <a:schemeClr val="tx1"/>
          </a:solidFill>
          <a:latin typeface="+mn-lt"/>
          <a:ea typeface="+mn-ea"/>
          <a:cs typeface="+mn-cs"/>
        </a:defRPr>
      </a:lvl2pPr>
      <a:lvl3pPr marL="914400" lvl="2" indent="0" algn="l" defTabSz="914400" eaLnBrk="1" fontAlgn="base" latinLnBrk="0" hangingPunct="1">
        <a:lnSpc>
          <a:spcPct val="100000"/>
        </a:lnSpc>
        <a:spcBef>
          <a:spcPct val="0"/>
        </a:spcBef>
        <a:spcAft>
          <a:spcPct val="0"/>
        </a:spcAft>
        <a:buClr>
          <a:srgbClr val="000000"/>
        </a:buClr>
        <a:buFont typeface="Arial" panose="020B0604020202020204" pitchFamily="34" charset="0"/>
        <a:defRPr sz="1800" kern="1200" baseline="0">
          <a:solidFill>
            <a:schemeClr val="tx1"/>
          </a:solidFill>
          <a:latin typeface="+mn-lt"/>
          <a:ea typeface="+mn-ea"/>
          <a:cs typeface="+mn-cs"/>
        </a:defRPr>
      </a:lvl3pPr>
      <a:lvl4pPr marL="1371600" lvl="3" indent="0" algn="l" defTabSz="914400" eaLnBrk="1" fontAlgn="base" latinLnBrk="0" hangingPunct="1">
        <a:lnSpc>
          <a:spcPct val="100000"/>
        </a:lnSpc>
        <a:spcBef>
          <a:spcPct val="0"/>
        </a:spcBef>
        <a:spcAft>
          <a:spcPct val="0"/>
        </a:spcAft>
        <a:buClr>
          <a:srgbClr val="000000"/>
        </a:buClr>
        <a:buFont typeface="Arial" panose="020B0604020202020204" pitchFamily="34" charset="0"/>
        <a:defRPr sz="1800" kern="1200" baseline="0">
          <a:solidFill>
            <a:schemeClr val="tx1"/>
          </a:solidFill>
          <a:latin typeface="+mn-lt"/>
          <a:ea typeface="+mn-ea"/>
          <a:cs typeface="+mn-cs"/>
        </a:defRPr>
      </a:lvl4pPr>
      <a:lvl5pPr marL="1828800" lvl="4" indent="0" algn="l" defTabSz="914400" eaLnBrk="1" fontAlgn="base" latinLnBrk="0" hangingPunct="1">
        <a:lnSpc>
          <a:spcPct val="100000"/>
        </a:lnSpc>
        <a:spcBef>
          <a:spcPct val="0"/>
        </a:spcBef>
        <a:spcAft>
          <a:spcPct val="0"/>
        </a:spcAft>
        <a:buClr>
          <a:srgbClr val="000000"/>
        </a:buClr>
        <a:buFont typeface="Arial" panose="020B0604020202020204" pitchFamily="34" charset="0"/>
        <a:defRPr sz="1800" kern="1200" baseline="0">
          <a:solidFill>
            <a:schemeClr val="tx1"/>
          </a:solidFill>
          <a:latin typeface="+mn-lt"/>
          <a:ea typeface="+mn-ea"/>
          <a:cs typeface="+mn-cs"/>
        </a:defRPr>
      </a:lvl5pPr>
      <a:lvl6pPr marL="2286000" lvl="5" indent="0" algn="l" defTabSz="914400" eaLnBrk="1" fontAlgn="base" latinLnBrk="0" hangingPunct="1">
        <a:lnSpc>
          <a:spcPct val="100000"/>
        </a:lnSpc>
        <a:spcBef>
          <a:spcPct val="0"/>
        </a:spcBef>
        <a:spcAft>
          <a:spcPct val="0"/>
        </a:spcAft>
        <a:buClr>
          <a:srgbClr val="000000"/>
        </a:buClr>
        <a:buFont typeface="Arial" panose="020B0604020202020204" pitchFamily="34" charset="0"/>
        <a:defRPr sz="1800" kern="1200" baseline="0">
          <a:solidFill>
            <a:schemeClr val="tx1"/>
          </a:solidFill>
          <a:latin typeface="+mn-lt"/>
          <a:ea typeface="+mn-ea"/>
          <a:cs typeface="+mn-cs"/>
        </a:defRPr>
      </a:lvl6pPr>
      <a:lvl7pPr marL="2743200" lvl="6" indent="0" algn="l" defTabSz="914400" eaLnBrk="1" fontAlgn="base" latinLnBrk="0" hangingPunct="1">
        <a:lnSpc>
          <a:spcPct val="100000"/>
        </a:lnSpc>
        <a:spcBef>
          <a:spcPct val="0"/>
        </a:spcBef>
        <a:spcAft>
          <a:spcPct val="0"/>
        </a:spcAft>
        <a:buClr>
          <a:srgbClr val="000000"/>
        </a:buClr>
        <a:buFont typeface="Arial" panose="020B0604020202020204" pitchFamily="34" charset="0"/>
        <a:defRPr sz="1800" kern="1200" baseline="0">
          <a:solidFill>
            <a:schemeClr val="tx1"/>
          </a:solidFill>
          <a:latin typeface="+mn-lt"/>
          <a:ea typeface="+mn-ea"/>
          <a:cs typeface="+mn-cs"/>
        </a:defRPr>
      </a:lvl7pPr>
      <a:lvl8pPr marL="3200400" lvl="7" indent="0" algn="l" defTabSz="914400" eaLnBrk="1" fontAlgn="base" latinLnBrk="0" hangingPunct="1">
        <a:lnSpc>
          <a:spcPct val="100000"/>
        </a:lnSpc>
        <a:spcBef>
          <a:spcPct val="0"/>
        </a:spcBef>
        <a:spcAft>
          <a:spcPct val="0"/>
        </a:spcAft>
        <a:buClr>
          <a:srgbClr val="000000"/>
        </a:buClr>
        <a:buFont typeface="Arial" panose="020B0604020202020204" pitchFamily="34" charset="0"/>
        <a:defRPr sz="1800" kern="1200" baseline="0">
          <a:solidFill>
            <a:schemeClr val="tx1"/>
          </a:solidFill>
          <a:latin typeface="+mn-lt"/>
          <a:ea typeface="+mn-ea"/>
          <a:cs typeface="+mn-cs"/>
        </a:defRPr>
      </a:lvl8pPr>
      <a:lvl9pPr marL="3657600" lvl="8" indent="0" algn="l" defTabSz="914400" eaLnBrk="1" fontAlgn="base" latinLnBrk="0" hangingPunct="1">
        <a:lnSpc>
          <a:spcPct val="100000"/>
        </a:lnSpc>
        <a:spcBef>
          <a:spcPct val="0"/>
        </a:spcBef>
        <a:spcAft>
          <a:spcPct val="0"/>
        </a:spcAft>
        <a:buClr>
          <a:srgbClr val="000000"/>
        </a:buClr>
        <a:buFont typeface="Arial" panose="020B0604020202020204" pitchFamily="34" charset="0"/>
        <a:defRPr sz="1800" kern="1200" baseline="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900">
                <a:solidFill>
                  <a:schemeClr val="tx1">
                    <a:tint val="75000"/>
                  </a:schemeClr>
                </a:solidFill>
              </a:defRPr>
            </a:lvl1pPr>
          </a:lstStyle>
          <a:p>
            <a:fld id="{82F288E0-7875-42C4-84C8-98DBBD3BF4D2}" type="datetimeFigureOut">
              <a:rPr lang="zh-CN" altLang="en-US" smtClean="0"/>
              <a:t>2025/3/5</a:t>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9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7D9BB5D0-35E4-459D-AEF3-FE4D7C45CC19}" type="slidenum">
              <a:rPr lang="zh-CN" altLang="en-US" smtClean="0"/>
              <a:t>‹#›</a:t>
            </a:fld>
            <a:endParaRPr lang="zh-CN" altLang="en-US"/>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Lst>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0815"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0815"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0815"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0815"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0815"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0815"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0815"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0815"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0815"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zh-CN"/>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050" name="标题占位符 1"/>
          <p:cNvSpPr>
            <a:spLocks noGrp="1"/>
          </p:cNvSpPr>
          <p:nvPr>
            <p:ph type="title"/>
          </p:nvPr>
        </p:nvSpPr>
        <p:spPr>
          <a:xfrm>
            <a:off x="609600" y="274638"/>
            <a:ext cx="10972800" cy="1143000"/>
          </a:xfrm>
          <a:prstGeom prst="rect">
            <a:avLst/>
          </a:prstGeom>
          <a:noFill/>
          <a:ln w="9525">
            <a:noFill/>
          </a:ln>
        </p:spPr>
        <p:txBody>
          <a:bodyPr vert="horz" anchor="ctr">
            <a:normAutofit/>
          </a:bodyPr>
          <a:lstStyle/>
          <a:p>
            <a:pPr lvl="0"/>
            <a:r>
              <a:rPr lang="zh-CN" altLang="en-US"/>
              <a:t>单击此处编辑母版标题样式</a:t>
            </a:r>
          </a:p>
        </p:txBody>
      </p:sp>
      <p:sp>
        <p:nvSpPr>
          <p:cNvPr id="2051" name="文本占位符 2"/>
          <p:cNvSpPr>
            <a:spLocks noGrp="1"/>
          </p:cNvSpPr>
          <p:nvPr>
            <p:ph type="body" idx="1"/>
          </p:nvPr>
        </p:nvSpPr>
        <p:spPr>
          <a:xfrm>
            <a:off x="609600" y="1600200"/>
            <a:ext cx="10972800" cy="4525963"/>
          </a:xfrm>
          <a:prstGeom prst="rect">
            <a:avLst/>
          </a:prstGeom>
          <a:noFill/>
          <a:ln w="9525">
            <a:noFill/>
          </a:ln>
        </p:spPr>
        <p:txBody>
          <a:bodyPr vert="horz">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2052" name="日期占位符 3"/>
          <p:cNvSpPr>
            <a:spLocks noGrp="1"/>
          </p:cNvSpPr>
          <p:nvPr>
            <p:ph type="dt" sz="half" idx="2"/>
          </p:nvPr>
        </p:nvSpPr>
        <p:spPr>
          <a:xfrm>
            <a:off x="609600" y="6356350"/>
            <a:ext cx="2844800" cy="365125"/>
          </a:xfrm>
          <a:prstGeom prst="rect">
            <a:avLst/>
          </a:prstGeom>
          <a:noFill/>
          <a:ln w="9525">
            <a:noFill/>
          </a:ln>
        </p:spPr>
        <p:txBody>
          <a:bodyPr vert="horz" anchor="ctr"/>
          <a:lstStyle>
            <a:lvl1pPr algn="l">
              <a:defRPr sz="1200">
                <a:solidFill>
                  <a:srgbClr val="898989"/>
                </a:solidFill>
                <a:ea typeface="宋体" panose="02010600030101010101" pitchFamily="2" charset="-122"/>
              </a:defRPr>
            </a:lvl1pPr>
          </a:lstStyle>
          <a:p>
            <a:pPr lvl="0"/>
            <a:fld id="{BB962C8B-B14F-4D97-AF65-F5344CB8AC3E}" type="datetime1">
              <a:rPr lang="zh-CN" altLang="en-US" dirty="0"/>
              <a:t>2025/3/5</a:t>
            </a:fld>
            <a:endParaRPr lang="zh-CN" altLang="en-US" dirty="0"/>
          </a:p>
        </p:txBody>
      </p:sp>
      <p:sp>
        <p:nvSpPr>
          <p:cNvPr id="2053" name="页脚占位符 4"/>
          <p:cNvSpPr>
            <a:spLocks noGrp="1"/>
          </p:cNvSpPr>
          <p:nvPr>
            <p:ph type="ftr" sz="quarter" idx="3"/>
          </p:nvPr>
        </p:nvSpPr>
        <p:spPr>
          <a:xfrm>
            <a:off x="4165600" y="6356350"/>
            <a:ext cx="3860800" cy="365125"/>
          </a:xfrm>
          <a:prstGeom prst="rect">
            <a:avLst/>
          </a:prstGeom>
          <a:noFill/>
          <a:ln w="9525">
            <a:noFill/>
          </a:ln>
        </p:spPr>
        <p:txBody>
          <a:bodyPr vert="horz" anchor="ctr"/>
          <a:lstStyle>
            <a:lvl1pPr algn="ctr">
              <a:defRPr sz="1200">
                <a:solidFill>
                  <a:srgbClr val="898989"/>
                </a:solidFill>
                <a:ea typeface="宋体" panose="02010600030101010101" pitchFamily="2" charset="-122"/>
              </a:defRPr>
            </a:lvl1pPr>
          </a:lstStyle>
          <a:p>
            <a:pPr lvl="0"/>
            <a:endParaRPr/>
          </a:p>
        </p:txBody>
      </p:sp>
      <p:sp>
        <p:nvSpPr>
          <p:cNvPr id="2054" name="灯片编号占位符 5"/>
          <p:cNvSpPr>
            <a:spLocks noGrp="1"/>
          </p:cNvSpPr>
          <p:nvPr>
            <p:ph type="sldNum" sz="quarter" idx="4"/>
          </p:nvPr>
        </p:nvSpPr>
        <p:spPr>
          <a:xfrm>
            <a:off x="8737600" y="6356350"/>
            <a:ext cx="2844800" cy="365125"/>
          </a:xfrm>
          <a:prstGeom prst="rect">
            <a:avLst/>
          </a:prstGeom>
          <a:noFill/>
          <a:ln w="9525">
            <a:noFill/>
          </a:ln>
        </p:spPr>
        <p:txBody>
          <a:bodyPr vert="horz" anchor="ctr"/>
          <a:lstStyle>
            <a:lvl1pPr algn="r">
              <a:defRPr sz="1200">
                <a:solidFill>
                  <a:srgbClr val="898989"/>
                </a:solidFill>
                <a:ea typeface="宋体" panose="02010600030101010101" pitchFamily="2" charset="-122"/>
              </a:defRPr>
            </a:lvl1pPr>
          </a:lstStyle>
          <a:p>
            <a:pPr lvl="0"/>
            <a:fld id="{9A0DB2DC-4C9A-4742-B13C-FB6460FD3503}" type="slidenum">
              <a:rPr lang="zh-CN" altLang="en-US" dirty="0"/>
              <a:t>‹#›</a:t>
            </a:fld>
            <a:endParaRPr lang="zh-CN" altLang="en-US" dirty="0"/>
          </a:p>
        </p:txBody>
      </p:sp>
    </p:spTree>
  </p:cSld>
  <p:clrMap bg1="lt1" tx1="dk1" bg2="lt2" tx2="dk2" accent1="accent1" accent2="accent2" accent3="accent3" accent4="accent4" accent5="accent5" accent6="accent6" hlink="hlink" folHlink="folHlink"/>
  <p:sldLayoutIdLst>
    <p:sldLayoutId id="2147483672" r:id="rId1"/>
    <p:sldLayoutId id="2147483673" r:id="rId2"/>
    <p:sldLayoutId id="2147483674" r:id="rId3"/>
    <p:sldLayoutId id="2147483675" r:id="rId4"/>
    <p:sldLayoutId id="2147483676" r:id="rId5"/>
    <p:sldLayoutId id="2147483677" r:id="rId6"/>
    <p:sldLayoutId id="2147483678" r:id="rId7"/>
    <p:sldLayoutId id="2147483679" r:id="rId8"/>
    <p:sldLayoutId id="2147483680" r:id="rId9"/>
    <p:sldLayoutId id="2147483681" r:id="rId10"/>
    <p:sldLayoutId id="2147483682" r:id="rId11"/>
  </p:sldLayoutIdLst>
  <p:hf sldNum="0" hdr="0" ftr="0" dt="0"/>
  <p:txStyles>
    <p:titleStyle>
      <a:lvl1pPr lvl="0" algn="ctr" defTabSz="914400" eaLnBrk="1" fontAlgn="base" latinLnBrk="0" hangingPunct="1">
        <a:lnSpc>
          <a:spcPct val="100000"/>
        </a:lnSpc>
        <a:spcBef>
          <a:spcPct val="0"/>
        </a:spcBef>
        <a:buClr>
          <a:srgbClr val="000000"/>
        </a:buClr>
        <a:buNone/>
        <a:defRPr sz="4400" kern="1200">
          <a:solidFill>
            <a:schemeClr val="tx1"/>
          </a:solidFill>
          <a:latin typeface="+mj-lt"/>
          <a:ea typeface="+mj-ea"/>
          <a:cs typeface="+mj-cs"/>
          <a:sym typeface="Calibri" panose="020F0502020204030204" charset="0"/>
        </a:defRPr>
      </a:lvl1pPr>
    </p:titleStyle>
    <p:bodyStyle>
      <a:lvl1pPr marL="342900" lvl="0" indent="-342900" algn="l" defTabSz="914400" eaLnBrk="1" fontAlgn="base" latinLnBrk="0" hangingPunct="1">
        <a:lnSpc>
          <a:spcPct val="100000"/>
        </a:lnSpc>
        <a:spcBef>
          <a:spcPct val="20000"/>
        </a:spcBef>
        <a:buFont typeface="Arial" panose="020B0604020202020204" pitchFamily="34" charset="0"/>
        <a:buChar char="•"/>
        <a:defRPr sz="3200" kern="1200">
          <a:solidFill>
            <a:schemeClr val="tx1"/>
          </a:solidFill>
          <a:latin typeface="+mn-lt"/>
          <a:ea typeface="+mn-ea"/>
          <a:cs typeface="+mn-cs"/>
          <a:sym typeface="Calibri" panose="020F0502020204030204" charset="0"/>
        </a:defRPr>
      </a:lvl1pPr>
      <a:lvl2pPr marL="742950" lvl="1" indent="-285750" algn="l" defTabSz="914400" eaLnBrk="1" fontAlgn="base" latinLnBrk="0" hangingPunct="1">
        <a:lnSpc>
          <a:spcPct val="100000"/>
        </a:lnSpc>
        <a:spcBef>
          <a:spcPct val="20000"/>
        </a:spcBef>
        <a:buFont typeface="Arial" panose="020B0604020202020204" pitchFamily="34" charset="0"/>
        <a:buChar char="–"/>
        <a:defRPr sz="2800" kern="1200">
          <a:solidFill>
            <a:schemeClr val="tx1"/>
          </a:solidFill>
          <a:latin typeface="+mn-lt"/>
          <a:ea typeface="+mn-ea"/>
          <a:cs typeface="+mn-cs"/>
          <a:sym typeface="Calibri" panose="020F0502020204030204" charset="0"/>
        </a:defRPr>
      </a:lvl2pPr>
      <a:lvl3pPr marL="1143000" lvl="2" indent="-228600" algn="l" defTabSz="914400" eaLnBrk="1" fontAlgn="base" latinLnBrk="0" hangingPunct="1">
        <a:lnSpc>
          <a:spcPct val="100000"/>
        </a:lnSpc>
        <a:spcBef>
          <a:spcPct val="20000"/>
        </a:spcBef>
        <a:buFont typeface="Arial" panose="020B0604020202020204" pitchFamily="34" charset="0"/>
        <a:buChar char="•"/>
        <a:defRPr sz="2400" kern="1200">
          <a:solidFill>
            <a:schemeClr val="tx1"/>
          </a:solidFill>
          <a:latin typeface="+mn-lt"/>
          <a:ea typeface="+mn-ea"/>
          <a:cs typeface="+mn-cs"/>
          <a:sym typeface="Calibri" panose="020F0502020204030204" charset="0"/>
        </a:defRPr>
      </a:lvl3pPr>
      <a:lvl4pPr marL="1600200" lvl="3" indent="-228600" algn="l" defTabSz="914400" eaLnBrk="1" fontAlgn="base" latinLnBrk="0" hangingPunct="1">
        <a:lnSpc>
          <a:spcPct val="100000"/>
        </a:lnSpc>
        <a:spcBef>
          <a:spcPct val="20000"/>
        </a:spcBef>
        <a:buFont typeface="Arial" panose="020B0604020202020204" pitchFamily="34" charset="0"/>
        <a:buChar char="–"/>
        <a:defRPr sz="2000" kern="1200">
          <a:solidFill>
            <a:schemeClr val="tx1"/>
          </a:solidFill>
          <a:latin typeface="+mn-lt"/>
          <a:ea typeface="+mn-ea"/>
          <a:cs typeface="+mn-cs"/>
          <a:sym typeface="Calibri" panose="020F0502020204030204" charset="0"/>
        </a:defRPr>
      </a:lvl4pPr>
      <a:lvl5pPr marL="2057400" lvl="4" indent="-228600" algn="l" defTabSz="914400" eaLnBrk="1" fontAlgn="base" latinLnBrk="0" hangingPunct="1">
        <a:lnSpc>
          <a:spcPct val="100000"/>
        </a:lnSpc>
        <a:spcBef>
          <a:spcPct val="20000"/>
        </a:spcBef>
        <a:buFont typeface="Arial" panose="020B0604020202020204" pitchFamily="34" charset="0"/>
        <a:buChar char="»"/>
        <a:defRPr sz="2000" kern="1200">
          <a:solidFill>
            <a:schemeClr val="tx1"/>
          </a:solidFill>
          <a:latin typeface="+mn-lt"/>
          <a:ea typeface="+mn-ea"/>
          <a:cs typeface="+mn-cs"/>
          <a:sym typeface="Calibri" panose="020F0502020204030204" charset="0"/>
        </a:defRPr>
      </a:lvl5pPr>
      <a:lvl6pPr marL="2514600" lvl="5" indent="-228600" algn="l" defTabSz="914400" eaLnBrk="1" fontAlgn="base" latinLnBrk="0" hangingPunct="1">
        <a:lnSpc>
          <a:spcPct val="100000"/>
        </a:lnSpc>
        <a:spcBef>
          <a:spcPct val="20000"/>
        </a:spcBef>
        <a:buFont typeface="Arial" panose="020B0604020202020204" pitchFamily="34" charset="0"/>
        <a:buChar char="»"/>
        <a:defRPr sz="2000" kern="1200">
          <a:solidFill>
            <a:schemeClr val="tx1"/>
          </a:solidFill>
          <a:latin typeface="+mn-lt"/>
          <a:ea typeface="+mn-ea"/>
          <a:cs typeface="+mn-cs"/>
          <a:sym typeface="Calibri" panose="020F0502020204030204" charset="0"/>
        </a:defRPr>
      </a:lvl6pPr>
      <a:lvl7pPr marL="2971800" lvl="6" indent="-228600" algn="l" defTabSz="914400" eaLnBrk="1" fontAlgn="base" latinLnBrk="0" hangingPunct="1">
        <a:lnSpc>
          <a:spcPct val="100000"/>
        </a:lnSpc>
        <a:spcBef>
          <a:spcPct val="20000"/>
        </a:spcBef>
        <a:buFont typeface="Arial" panose="020B0604020202020204" pitchFamily="34" charset="0"/>
        <a:buChar char="»"/>
        <a:defRPr sz="2000" kern="1200">
          <a:solidFill>
            <a:schemeClr val="tx1"/>
          </a:solidFill>
          <a:latin typeface="+mn-lt"/>
          <a:ea typeface="+mn-ea"/>
          <a:cs typeface="+mn-cs"/>
          <a:sym typeface="Calibri" panose="020F0502020204030204" charset="0"/>
        </a:defRPr>
      </a:lvl7pPr>
      <a:lvl8pPr marL="3429000" lvl="7" indent="-228600" algn="l" defTabSz="914400" eaLnBrk="1" fontAlgn="base" latinLnBrk="0" hangingPunct="1">
        <a:lnSpc>
          <a:spcPct val="100000"/>
        </a:lnSpc>
        <a:spcBef>
          <a:spcPct val="20000"/>
        </a:spcBef>
        <a:buFont typeface="Arial" panose="020B0604020202020204" pitchFamily="34" charset="0"/>
        <a:buChar char="»"/>
        <a:defRPr sz="2000" kern="1200">
          <a:solidFill>
            <a:schemeClr val="tx1"/>
          </a:solidFill>
          <a:latin typeface="+mn-lt"/>
          <a:ea typeface="+mn-ea"/>
          <a:cs typeface="+mn-cs"/>
          <a:sym typeface="Calibri" panose="020F0502020204030204" charset="0"/>
        </a:defRPr>
      </a:lvl8pPr>
      <a:lvl9pPr marL="3886200" lvl="8" indent="-228600" algn="l" defTabSz="914400" eaLnBrk="1" fontAlgn="base" latinLnBrk="0" hangingPunct="1">
        <a:lnSpc>
          <a:spcPct val="100000"/>
        </a:lnSpc>
        <a:spcBef>
          <a:spcPct val="20000"/>
        </a:spcBef>
        <a:buFont typeface="Arial" panose="020B0604020202020204" pitchFamily="34" charset="0"/>
        <a:buChar char="»"/>
        <a:defRPr sz="2000" kern="1200">
          <a:solidFill>
            <a:schemeClr val="tx1"/>
          </a:solidFill>
          <a:latin typeface="+mn-lt"/>
          <a:ea typeface="+mn-ea"/>
          <a:cs typeface="+mn-cs"/>
          <a:sym typeface="Calibri" panose="020F0502020204030204" charset="0"/>
        </a:defRPr>
      </a:lvl9pPr>
    </p:bodyStyle>
    <p:otherStyle>
      <a:lvl1pPr marL="0" lvl="0" indent="0" algn="l" defTabSz="914400" eaLnBrk="1" fontAlgn="base" latinLnBrk="0" hangingPunct="1">
        <a:lnSpc>
          <a:spcPct val="100000"/>
        </a:lnSpc>
        <a:spcBef>
          <a:spcPct val="0"/>
        </a:spcBef>
        <a:spcAft>
          <a:spcPct val="0"/>
        </a:spcAft>
        <a:buClr>
          <a:srgbClr val="000000"/>
        </a:buClr>
        <a:buFont typeface="Arial" panose="020B0604020202020204" pitchFamily="34" charset="0"/>
        <a:defRPr sz="1800" kern="1200" baseline="0">
          <a:solidFill>
            <a:schemeClr val="tx1"/>
          </a:solidFill>
          <a:latin typeface="+mn-lt"/>
          <a:ea typeface="+mn-ea"/>
          <a:cs typeface="+mn-cs"/>
        </a:defRPr>
      </a:lvl1pPr>
      <a:lvl2pPr marL="457200" lvl="1" indent="0" algn="l" defTabSz="914400" eaLnBrk="1" fontAlgn="base" latinLnBrk="0" hangingPunct="1">
        <a:lnSpc>
          <a:spcPct val="100000"/>
        </a:lnSpc>
        <a:spcBef>
          <a:spcPct val="0"/>
        </a:spcBef>
        <a:spcAft>
          <a:spcPct val="0"/>
        </a:spcAft>
        <a:buClr>
          <a:srgbClr val="000000"/>
        </a:buClr>
        <a:buFont typeface="Arial" panose="020B0604020202020204" pitchFamily="34" charset="0"/>
        <a:defRPr sz="1800" kern="1200" baseline="0">
          <a:solidFill>
            <a:schemeClr val="tx1"/>
          </a:solidFill>
          <a:latin typeface="+mn-lt"/>
          <a:ea typeface="+mn-ea"/>
          <a:cs typeface="+mn-cs"/>
        </a:defRPr>
      </a:lvl2pPr>
      <a:lvl3pPr marL="914400" lvl="2" indent="0" algn="l" defTabSz="914400" eaLnBrk="1" fontAlgn="base" latinLnBrk="0" hangingPunct="1">
        <a:lnSpc>
          <a:spcPct val="100000"/>
        </a:lnSpc>
        <a:spcBef>
          <a:spcPct val="0"/>
        </a:spcBef>
        <a:spcAft>
          <a:spcPct val="0"/>
        </a:spcAft>
        <a:buClr>
          <a:srgbClr val="000000"/>
        </a:buClr>
        <a:buFont typeface="Arial" panose="020B0604020202020204" pitchFamily="34" charset="0"/>
        <a:defRPr sz="1800" kern="1200" baseline="0">
          <a:solidFill>
            <a:schemeClr val="tx1"/>
          </a:solidFill>
          <a:latin typeface="+mn-lt"/>
          <a:ea typeface="+mn-ea"/>
          <a:cs typeface="+mn-cs"/>
        </a:defRPr>
      </a:lvl3pPr>
      <a:lvl4pPr marL="1371600" lvl="3" indent="0" algn="l" defTabSz="914400" eaLnBrk="1" fontAlgn="base" latinLnBrk="0" hangingPunct="1">
        <a:lnSpc>
          <a:spcPct val="100000"/>
        </a:lnSpc>
        <a:spcBef>
          <a:spcPct val="0"/>
        </a:spcBef>
        <a:spcAft>
          <a:spcPct val="0"/>
        </a:spcAft>
        <a:buClr>
          <a:srgbClr val="000000"/>
        </a:buClr>
        <a:buFont typeface="Arial" panose="020B0604020202020204" pitchFamily="34" charset="0"/>
        <a:defRPr sz="1800" kern="1200" baseline="0">
          <a:solidFill>
            <a:schemeClr val="tx1"/>
          </a:solidFill>
          <a:latin typeface="+mn-lt"/>
          <a:ea typeface="+mn-ea"/>
          <a:cs typeface="+mn-cs"/>
        </a:defRPr>
      </a:lvl4pPr>
      <a:lvl5pPr marL="1828800" lvl="4" indent="0" algn="l" defTabSz="914400" eaLnBrk="1" fontAlgn="base" latinLnBrk="0" hangingPunct="1">
        <a:lnSpc>
          <a:spcPct val="100000"/>
        </a:lnSpc>
        <a:spcBef>
          <a:spcPct val="0"/>
        </a:spcBef>
        <a:spcAft>
          <a:spcPct val="0"/>
        </a:spcAft>
        <a:buClr>
          <a:srgbClr val="000000"/>
        </a:buClr>
        <a:buFont typeface="Arial" panose="020B0604020202020204" pitchFamily="34" charset="0"/>
        <a:defRPr sz="1800" kern="1200" baseline="0">
          <a:solidFill>
            <a:schemeClr val="tx1"/>
          </a:solidFill>
          <a:latin typeface="+mn-lt"/>
          <a:ea typeface="+mn-ea"/>
          <a:cs typeface="+mn-cs"/>
        </a:defRPr>
      </a:lvl5pPr>
      <a:lvl6pPr marL="2286000" lvl="5" indent="0" algn="l" defTabSz="914400" eaLnBrk="1" fontAlgn="base" latinLnBrk="0" hangingPunct="1">
        <a:lnSpc>
          <a:spcPct val="100000"/>
        </a:lnSpc>
        <a:spcBef>
          <a:spcPct val="0"/>
        </a:spcBef>
        <a:spcAft>
          <a:spcPct val="0"/>
        </a:spcAft>
        <a:buClr>
          <a:srgbClr val="000000"/>
        </a:buClr>
        <a:buFont typeface="Arial" panose="020B0604020202020204" pitchFamily="34" charset="0"/>
        <a:defRPr sz="1800" kern="1200" baseline="0">
          <a:solidFill>
            <a:schemeClr val="tx1"/>
          </a:solidFill>
          <a:latin typeface="+mn-lt"/>
          <a:ea typeface="+mn-ea"/>
          <a:cs typeface="+mn-cs"/>
        </a:defRPr>
      </a:lvl6pPr>
      <a:lvl7pPr marL="2743200" lvl="6" indent="0" algn="l" defTabSz="914400" eaLnBrk="1" fontAlgn="base" latinLnBrk="0" hangingPunct="1">
        <a:lnSpc>
          <a:spcPct val="100000"/>
        </a:lnSpc>
        <a:spcBef>
          <a:spcPct val="0"/>
        </a:spcBef>
        <a:spcAft>
          <a:spcPct val="0"/>
        </a:spcAft>
        <a:buClr>
          <a:srgbClr val="000000"/>
        </a:buClr>
        <a:buFont typeface="Arial" panose="020B0604020202020204" pitchFamily="34" charset="0"/>
        <a:defRPr sz="1800" kern="1200" baseline="0">
          <a:solidFill>
            <a:schemeClr val="tx1"/>
          </a:solidFill>
          <a:latin typeface="+mn-lt"/>
          <a:ea typeface="+mn-ea"/>
          <a:cs typeface="+mn-cs"/>
        </a:defRPr>
      </a:lvl7pPr>
      <a:lvl8pPr marL="3200400" lvl="7" indent="0" algn="l" defTabSz="914400" eaLnBrk="1" fontAlgn="base" latinLnBrk="0" hangingPunct="1">
        <a:lnSpc>
          <a:spcPct val="100000"/>
        </a:lnSpc>
        <a:spcBef>
          <a:spcPct val="0"/>
        </a:spcBef>
        <a:spcAft>
          <a:spcPct val="0"/>
        </a:spcAft>
        <a:buClr>
          <a:srgbClr val="000000"/>
        </a:buClr>
        <a:buFont typeface="Arial" panose="020B0604020202020204" pitchFamily="34" charset="0"/>
        <a:defRPr sz="1800" kern="1200" baseline="0">
          <a:solidFill>
            <a:schemeClr val="tx1"/>
          </a:solidFill>
          <a:latin typeface="+mn-lt"/>
          <a:ea typeface="+mn-ea"/>
          <a:cs typeface="+mn-cs"/>
        </a:defRPr>
      </a:lvl8pPr>
      <a:lvl9pPr marL="3657600" lvl="8" indent="0" algn="l" defTabSz="914400" eaLnBrk="1" fontAlgn="base" latinLnBrk="0" hangingPunct="1">
        <a:lnSpc>
          <a:spcPct val="100000"/>
        </a:lnSpc>
        <a:spcBef>
          <a:spcPct val="0"/>
        </a:spcBef>
        <a:spcAft>
          <a:spcPct val="0"/>
        </a:spcAft>
        <a:buClr>
          <a:srgbClr val="000000"/>
        </a:buClr>
        <a:buFont typeface="Arial" panose="020B0604020202020204" pitchFamily="34" charset="0"/>
        <a:defRPr sz="1800" kern="1200" baseline="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3074" name="标题占位符 1"/>
          <p:cNvSpPr>
            <a:spLocks noGrp="1"/>
          </p:cNvSpPr>
          <p:nvPr>
            <p:ph type="title"/>
          </p:nvPr>
        </p:nvSpPr>
        <p:spPr>
          <a:xfrm>
            <a:off x="609600" y="274638"/>
            <a:ext cx="10972800" cy="1143000"/>
          </a:xfrm>
          <a:prstGeom prst="rect">
            <a:avLst/>
          </a:prstGeom>
          <a:noFill/>
          <a:ln w="9525">
            <a:noFill/>
          </a:ln>
        </p:spPr>
        <p:txBody>
          <a:bodyPr vert="horz" anchor="ctr">
            <a:normAutofit/>
          </a:bodyPr>
          <a:lstStyle/>
          <a:p>
            <a:pPr lvl="0"/>
            <a:r>
              <a:rPr lang="zh-CN" altLang="en-US"/>
              <a:t>单击此处编辑母版标题样式</a:t>
            </a:r>
          </a:p>
        </p:txBody>
      </p:sp>
      <p:sp>
        <p:nvSpPr>
          <p:cNvPr id="3075" name="文本占位符 2"/>
          <p:cNvSpPr>
            <a:spLocks noGrp="1"/>
          </p:cNvSpPr>
          <p:nvPr>
            <p:ph type="body" idx="1"/>
          </p:nvPr>
        </p:nvSpPr>
        <p:spPr>
          <a:xfrm>
            <a:off x="609600" y="1600200"/>
            <a:ext cx="10972800" cy="4525963"/>
          </a:xfrm>
          <a:prstGeom prst="rect">
            <a:avLst/>
          </a:prstGeom>
          <a:noFill/>
          <a:ln w="9525">
            <a:noFill/>
          </a:ln>
        </p:spPr>
        <p:txBody>
          <a:bodyPr vert="horz">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3076" name="日期占位符 3"/>
          <p:cNvSpPr>
            <a:spLocks noGrp="1"/>
          </p:cNvSpPr>
          <p:nvPr>
            <p:ph type="dt" sz="half" idx="2"/>
          </p:nvPr>
        </p:nvSpPr>
        <p:spPr>
          <a:xfrm>
            <a:off x="609600" y="6356350"/>
            <a:ext cx="2844800" cy="365125"/>
          </a:xfrm>
          <a:prstGeom prst="rect">
            <a:avLst/>
          </a:prstGeom>
          <a:noFill/>
          <a:ln w="9525">
            <a:noFill/>
          </a:ln>
        </p:spPr>
        <p:txBody>
          <a:bodyPr vert="horz" anchor="ctr"/>
          <a:lstStyle>
            <a:lvl1pPr algn="l">
              <a:defRPr sz="1200">
                <a:solidFill>
                  <a:srgbClr val="898989"/>
                </a:solidFill>
                <a:ea typeface="宋体" panose="02010600030101010101" pitchFamily="2" charset="-122"/>
              </a:defRPr>
            </a:lvl1pPr>
          </a:lstStyle>
          <a:p>
            <a:pPr lvl="0"/>
            <a:fld id="{BB962C8B-B14F-4D97-AF65-F5344CB8AC3E}" type="datetime1">
              <a:rPr lang="zh-CN" altLang="en-US" dirty="0"/>
              <a:t>2025/3/5</a:t>
            </a:fld>
            <a:endParaRPr lang="zh-CN" altLang="en-US" dirty="0"/>
          </a:p>
        </p:txBody>
      </p:sp>
      <p:sp>
        <p:nvSpPr>
          <p:cNvPr id="3077" name="页脚占位符 4"/>
          <p:cNvSpPr>
            <a:spLocks noGrp="1"/>
          </p:cNvSpPr>
          <p:nvPr>
            <p:ph type="ftr" sz="quarter" idx="3"/>
          </p:nvPr>
        </p:nvSpPr>
        <p:spPr>
          <a:xfrm>
            <a:off x="4165600" y="6356350"/>
            <a:ext cx="3860800" cy="365125"/>
          </a:xfrm>
          <a:prstGeom prst="rect">
            <a:avLst/>
          </a:prstGeom>
          <a:noFill/>
          <a:ln w="9525">
            <a:noFill/>
          </a:ln>
        </p:spPr>
        <p:txBody>
          <a:bodyPr vert="horz" anchor="ctr"/>
          <a:lstStyle>
            <a:lvl1pPr algn="ctr">
              <a:defRPr sz="1200">
                <a:solidFill>
                  <a:srgbClr val="898989"/>
                </a:solidFill>
                <a:ea typeface="宋体" panose="02010600030101010101" pitchFamily="2" charset="-122"/>
              </a:defRPr>
            </a:lvl1pPr>
          </a:lstStyle>
          <a:p>
            <a:pPr lvl="0"/>
            <a:endParaRPr/>
          </a:p>
        </p:txBody>
      </p:sp>
      <p:sp>
        <p:nvSpPr>
          <p:cNvPr id="3078" name="灯片编号占位符 5"/>
          <p:cNvSpPr>
            <a:spLocks noGrp="1"/>
          </p:cNvSpPr>
          <p:nvPr>
            <p:ph type="sldNum" sz="quarter" idx="4"/>
          </p:nvPr>
        </p:nvSpPr>
        <p:spPr>
          <a:xfrm>
            <a:off x="8737600" y="6356350"/>
            <a:ext cx="2844800" cy="365125"/>
          </a:xfrm>
          <a:prstGeom prst="rect">
            <a:avLst/>
          </a:prstGeom>
          <a:noFill/>
          <a:ln w="9525">
            <a:noFill/>
          </a:ln>
        </p:spPr>
        <p:txBody>
          <a:bodyPr vert="horz" anchor="ctr"/>
          <a:lstStyle>
            <a:lvl1pPr algn="r">
              <a:defRPr sz="1200">
                <a:solidFill>
                  <a:srgbClr val="898989"/>
                </a:solidFill>
                <a:ea typeface="宋体" panose="02010600030101010101" pitchFamily="2" charset="-122"/>
              </a:defRPr>
            </a:lvl1pPr>
          </a:lstStyle>
          <a:p>
            <a:pPr lvl="0"/>
            <a:fld id="{9A0DB2DC-4C9A-4742-B13C-FB6460FD3503}" type="slidenum">
              <a:rPr lang="zh-CN" altLang="en-US" dirty="0"/>
              <a:t>‹#›</a:t>
            </a:fld>
            <a:endParaRPr lang="zh-CN" altLang="en-US" dirty="0"/>
          </a:p>
        </p:txBody>
      </p:sp>
    </p:spTree>
  </p:cSld>
  <p:clrMap bg1="lt1" tx1="dk1" bg2="lt2" tx2="dk2" accent1="accent1" accent2="accent2" accent3="accent3" accent4="accent4" accent5="accent5" accent6="accent6" hlink="hlink" folHlink="folHlink"/>
  <p:sldLayoutIdLst>
    <p:sldLayoutId id="2147483684" r:id="rId1"/>
    <p:sldLayoutId id="2147483685" r:id="rId2"/>
    <p:sldLayoutId id="2147483686" r:id="rId3"/>
    <p:sldLayoutId id="2147483687" r:id="rId4"/>
    <p:sldLayoutId id="2147483688" r:id="rId5"/>
    <p:sldLayoutId id="2147483689" r:id="rId6"/>
    <p:sldLayoutId id="2147483690" r:id="rId7"/>
    <p:sldLayoutId id="2147483691" r:id="rId8"/>
    <p:sldLayoutId id="2147483692" r:id="rId9"/>
    <p:sldLayoutId id="2147483693" r:id="rId10"/>
    <p:sldLayoutId id="2147483694" r:id="rId11"/>
  </p:sldLayoutIdLst>
  <p:hf sldNum="0" hdr="0" ftr="0" dt="0"/>
  <p:txStyles>
    <p:titleStyle>
      <a:lvl1pPr lvl="0" algn="ctr" defTabSz="914400" eaLnBrk="1" fontAlgn="base" latinLnBrk="0" hangingPunct="1">
        <a:lnSpc>
          <a:spcPct val="100000"/>
        </a:lnSpc>
        <a:spcBef>
          <a:spcPct val="0"/>
        </a:spcBef>
        <a:buClr>
          <a:srgbClr val="000000"/>
        </a:buClr>
        <a:buNone/>
        <a:defRPr sz="4400" kern="1200">
          <a:solidFill>
            <a:schemeClr val="tx1"/>
          </a:solidFill>
          <a:latin typeface="+mj-lt"/>
          <a:ea typeface="+mj-ea"/>
          <a:cs typeface="+mj-cs"/>
          <a:sym typeface="Calibri" panose="020F0502020204030204" charset="0"/>
        </a:defRPr>
      </a:lvl1pPr>
    </p:titleStyle>
    <p:bodyStyle>
      <a:lvl1pPr marL="342900" lvl="0" indent="-342900" algn="l" defTabSz="914400" eaLnBrk="1" fontAlgn="base" latinLnBrk="0" hangingPunct="1">
        <a:lnSpc>
          <a:spcPct val="100000"/>
        </a:lnSpc>
        <a:spcBef>
          <a:spcPct val="20000"/>
        </a:spcBef>
        <a:buFont typeface="Arial" panose="020B0604020202020204" pitchFamily="34" charset="0"/>
        <a:buChar char="•"/>
        <a:defRPr sz="3200" kern="1200">
          <a:solidFill>
            <a:schemeClr val="tx1"/>
          </a:solidFill>
          <a:latin typeface="+mn-lt"/>
          <a:ea typeface="+mn-ea"/>
          <a:cs typeface="+mn-cs"/>
          <a:sym typeface="Calibri" panose="020F0502020204030204" charset="0"/>
        </a:defRPr>
      </a:lvl1pPr>
      <a:lvl2pPr marL="742950" lvl="1" indent="-285750" algn="l" defTabSz="914400" eaLnBrk="1" fontAlgn="base" latinLnBrk="0" hangingPunct="1">
        <a:lnSpc>
          <a:spcPct val="100000"/>
        </a:lnSpc>
        <a:spcBef>
          <a:spcPct val="20000"/>
        </a:spcBef>
        <a:buFont typeface="Arial" panose="020B0604020202020204" pitchFamily="34" charset="0"/>
        <a:buChar char="–"/>
        <a:defRPr sz="2800" kern="1200">
          <a:solidFill>
            <a:schemeClr val="tx1"/>
          </a:solidFill>
          <a:latin typeface="+mn-lt"/>
          <a:ea typeface="+mn-ea"/>
          <a:cs typeface="+mn-cs"/>
          <a:sym typeface="Calibri" panose="020F0502020204030204" charset="0"/>
        </a:defRPr>
      </a:lvl2pPr>
      <a:lvl3pPr marL="1143000" lvl="2" indent="-228600" algn="l" defTabSz="914400" eaLnBrk="1" fontAlgn="base" latinLnBrk="0" hangingPunct="1">
        <a:lnSpc>
          <a:spcPct val="100000"/>
        </a:lnSpc>
        <a:spcBef>
          <a:spcPct val="20000"/>
        </a:spcBef>
        <a:buFont typeface="Arial" panose="020B0604020202020204" pitchFamily="34" charset="0"/>
        <a:buChar char="•"/>
        <a:defRPr sz="2400" kern="1200">
          <a:solidFill>
            <a:schemeClr val="tx1"/>
          </a:solidFill>
          <a:latin typeface="+mn-lt"/>
          <a:ea typeface="+mn-ea"/>
          <a:cs typeface="+mn-cs"/>
          <a:sym typeface="Calibri" panose="020F0502020204030204" charset="0"/>
        </a:defRPr>
      </a:lvl3pPr>
      <a:lvl4pPr marL="1600200" lvl="3" indent="-228600" algn="l" defTabSz="914400" eaLnBrk="1" fontAlgn="base" latinLnBrk="0" hangingPunct="1">
        <a:lnSpc>
          <a:spcPct val="100000"/>
        </a:lnSpc>
        <a:spcBef>
          <a:spcPct val="20000"/>
        </a:spcBef>
        <a:buFont typeface="Arial" panose="020B0604020202020204" pitchFamily="34" charset="0"/>
        <a:buChar char="–"/>
        <a:defRPr sz="2000" kern="1200">
          <a:solidFill>
            <a:schemeClr val="tx1"/>
          </a:solidFill>
          <a:latin typeface="+mn-lt"/>
          <a:ea typeface="+mn-ea"/>
          <a:cs typeface="+mn-cs"/>
          <a:sym typeface="Calibri" panose="020F0502020204030204" charset="0"/>
        </a:defRPr>
      </a:lvl4pPr>
      <a:lvl5pPr marL="2057400" lvl="4" indent="-228600" algn="l" defTabSz="914400" eaLnBrk="1" fontAlgn="base" latinLnBrk="0" hangingPunct="1">
        <a:lnSpc>
          <a:spcPct val="100000"/>
        </a:lnSpc>
        <a:spcBef>
          <a:spcPct val="20000"/>
        </a:spcBef>
        <a:buFont typeface="Arial" panose="020B0604020202020204" pitchFamily="34" charset="0"/>
        <a:buChar char="»"/>
        <a:defRPr sz="2000" kern="1200">
          <a:solidFill>
            <a:schemeClr val="tx1"/>
          </a:solidFill>
          <a:latin typeface="+mn-lt"/>
          <a:ea typeface="+mn-ea"/>
          <a:cs typeface="+mn-cs"/>
          <a:sym typeface="Calibri" panose="020F0502020204030204" charset="0"/>
        </a:defRPr>
      </a:lvl5pPr>
      <a:lvl6pPr marL="2514600" lvl="5" indent="-228600" algn="l" defTabSz="914400" eaLnBrk="1" fontAlgn="base" latinLnBrk="0" hangingPunct="1">
        <a:lnSpc>
          <a:spcPct val="100000"/>
        </a:lnSpc>
        <a:spcBef>
          <a:spcPct val="20000"/>
        </a:spcBef>
        <a:buFont typeface="Arial" panose="020B0604020202020204" pitchFamily="34" charset="0"/>
        <a:buChar char="»"/>
        <a:defRPr sz="2000" kern="1200">
          <a:solidFill>
            <a:schemeClr val="tx1"/>
          </a:solidFill>
          <a:latin typeface="+mn-lt"/>
          <a:ea typeface="+mn-ea"/>
          <a:cs typeface="+mn-cs"/>
          <a:sym typeface="Calibri" panose="020F0502020204030204" charset="0"/>
        </a:defRPr>
      </a:lvl6pPr>
      <a:lvl7pPr marL="2971800" lvl="6" indent="-228600" algn="l" defTabSz="914400" eaLnBrk="1" fontAlgn="base" latinLnBrk="0" hangingPunct="1">
        <a:lnSpc>
          <a:spcPct val="100000"/>
        </a:lnSpc>
        <a:spcBef>
          <a:spcPct val="20000"/>
        </a:spcBef>
        <a:buFont typeface="Arial" panose="020B0604020202020204" pitchFamily="34" charset="0"/>
        <a:buChar char="»"/>
        <a:defRPr sz="2000" kern="1200">
          <a:solidFill>
            <a:schemeClr val="tx1"/>
          </a:solidFill>
          <a:latin typeface="+mn-lt"/>
          <a:ea typeface="+mn-ea"/>
          <a:cs typeface="+mn-cs"/>
          <a:sym typeface="Calibri" panose="020F0502020204030204" charset="0"/>
        </a:defRPr>
      </a:lvl7pPr>
      <a:lvl8pPr marL="3429000" lvl="7" indent="-228600" algn="l" defTabSz="914400" eaLnBrk="1" fontAlgn="base" latinLnBrk="0" hangingPunct="1">
        <a:lnSpc>
          <a:spcPct val="100000"/>
        </a:lnSpc>
        <a:spcBef>
          <a:spcPct val="20000"/>
        </a:spcBef>
        <a:buFont typeface="Arial" panose="020B0604020202020204" pitchFamily="34" charset="0"/>
        <a:buChar char="»"/>
        <a:defRPr sz="2000" kern="1200">
          <a:solidFill>
            <a:schemeClr val="tx1"/>
          </a:solidFill>
          <a:latin typeface="+mn-lt"/>
          <a:ea typeface="+mn-ea"/>
          <a:cs typeface="+mn-cs"/>
          <a:sym typeface="Calibri" panose="020F0502020204030204" charset="0"/>
        </a:defRPr>
      </a:lvl8pPr>
      <a:lvl9pPr marL="3886200" lvl="8" indent="-228600" algn="l" defTabSz="914400" eaLnBrk="1" fontAlgn="base" latinLnBrk="0" hangingPunct="1">
        <a:lnSpc>
          <a:spcPct val="100000"/>
        </a:lnSpc>
        <a:spcBef>
          <a:spcPct val="20000"/>
        </a:spcBef>
        <a:buFont typeface="Arial" panose="020B0604020202020204" pitchFamily="34" charset="0"/>
        <a:buChar char="»"/>
        <a:defRPr sz="2000" kern="1200">
          <a:solidFill>
            <a:schemeClr val="tx1"/>
          </a:solidFill>
          <a:latin typeface="+mn-lt"/>
          <a:ea typeface="+mn-ea"/>
          <a:cs typeface="+mn-cs"/>
          <a:sym typeface="Calibri" panose="020F0502020204030204" charset="0"/>
        </a:defRPr>
      </a:lvl9pPr>
    </p:bodyStyle>
    <p:otherStyle>
      <a:lvl1pPr marL="0" lvl="0" indent="0" algn="l" defTabSz="914400" eaLnBrk="1" fontAlgn="base" latinLnBrk="0" hangingPunct="1">
        <a:lnSpc>
          <a:spcPct val="100000"/>
        </a:lnSpc>
        <a:spcBef>
          <a:spcPct val="0"/>
        </a:spcBef>
        <a:spcAft>
          <a:spcPct val="0"/>
        </a:spcAft>
        <a:buClr>
          <a:srgbClr val="000000"/>
        </a:buClr>
        <a:buFont typeface="Arial" panose="020B0604020202020204" pitchFamily="34" charset="0"/>
        <a:defRPr sz="1800" kern="1200" baseline="0">
          <a:solidFill>
            <a:schemeClr val="tx1"/>
          </a:solidFill>
          <a:latin typeface="+mn-lt"/>
          <a:ea typeface="+mn-ea"/>
          <a:cs typeface="+mn-cs"/>
        </a:defRPr>
      </a:lvl1pPr>
      <a:lvl2pPr marL="457200" lvl="1" indent="0" algn="l" defTabSz="914400" eaLnBrk="1" fontAlgn="base" latinLnBrk="0" hangingPunct="1">
        <a:lnSpc>
          <a:spcPct val="100000"/>
        </a:lnSpc>
        <a:spcBef>
          <a:spcPct val="0"/>
        </a:spcBef>
        <a:spcAft>
          <a:spcPct val="0"/>
        </a:spcAft>
        <a:buClr>
          <a:srgbClr val="000000"/>
        </a:buClr>
        <a:buFont typeface="Arial" panose="020B0604020202020204" pitchFamily="34" charset="0"/>
        <a:defRPr sz="1800" kern="1200" baseline="0">
          <a:solidFill>
            <a:schemeClr val="tx1"/>
          </a:solidFill>
          <a:latin typeface="+mn-lt"/>
          <a:ea typeface="+mn-ea"/>
          <a:cs typeface="+mn-cs"/>
        </a:defRPr>
      </a:lvl2pPr>
      <a:lvl3pPr marL="914400" lvl="2" indent="0" algn="l" defTabSz="914400" eaLnBrk="1" fontAlgn="base" latinLnBrk="0" hangingPunct="1">
        <a:lnSpc>
          <a:spcPct val="100000"/>
        </a:lnSpc>
        <a:spcBef>
          <a:spcPct val="0"/>
        </a:spcBef>
        <a:spcAft>
          <a:spcPct val="0"/>
        </a:spcAft>
        <a:buClr>
          <a:srgbClr val="000000"/>
        </a:buClr>
        <a:buFont typeface="Arial" panose="020B0604020202020204" pitchFamily="34" charset="0"/>
        <a:defRPr sz="1800" kern="1200" baseline="0">
          <a:solidFill>
            <a:schemeClr val="tx1"/>
          </a:solidFill>
          <a:latin typeface="+mn-lt"/>
          <a:ea typeface="+mn-ea"/>
          <a:cs typeface="+mn-cs"/>
        </a:defRPr>
      </a:lvl3pPr>
      <a:lvl4pPr marL="1371600" lvl="3" indent="0" algn="l" defTabSz="914400" eaLnBrk="1" fontAlgn="base" latinLnBrk="0" hangingPunct="1">
        <a:lnSpc>
          <a:spcPct val="100000"/>
        </a:lnSpc>
        <a:spcBef>
          <a:spcPct val="0"/>
        </a:spcBef>
        <a:spcAft>
          <a:spcPct val="0"/>
        </a:spcAft>
        <a:buClr>
          <a:srgbClr val="000000"/>
        </a:buClr>
        <a:buFont typeface="Arial" panose="020B0604020202020204" pitchFamily="34" charset="0"/>
        <a:defRPr sz="1800" kern="1200" baseline="0">
          <a:solidFill>
            <a:schemeClr val="tx1"/>
          </a:solidFill>
          <a:latin typeface="+mn-lt"/>
          <a:ea typeface="+mn-ea"/>
          <a:cs typeface="+mn-cs"/>
        </a:defRPr>
      </a:lvl4pPr>
      <a:lvl5pPr marL="1828800" lvl="4" indent="0" algn="l" defTabSz="914400" eaLnBrk="1" fontAlgn="base" latinLnBrk="0" hangingPunct="1">
        <a:lnSpc>
          <a:spcPct val="100000"/>
        </a:lnSpc>
        <a:spcBef>
          <a:spcPct val="0"/>
        </a:spcBef>
        <a:spcAft>
          <a:spcPct val="0"/>
        </a:spcAft>
        <a:buClr>
          <a:srgbClr val="000000"/>
        </a:buClr>
        <a:buFont typeface="Arial" panose="020B0604020202020204" pitchFamily="34" charset="0"/>
        <a:defRPr sz="1800" kern="1200" baseline="0">
          <a:solidFill>
            <a:schemeClr val="tx1"/>
          </a:solidFill>
          <a:latin typeface="+mn-lt"/>
          <a:ea typeface="+mn-ea"/>
          <a:cs typeface="+mn-cs"/>
        </a:defRPr>
      </a:lvl5pPr>
      <a:lvl6pPr marL="2286000" lvl="5" indent="0" algn="l" defTabSz="914400" eaLnBrk="1" fontAlgn="base" latinLnBrk="0" hangingPunct="1">
        <a:lnSpc>
          <a:spcPct val="100000"/>
        </a:lnSpc>
        <a:spcBef>
          <a:spcPct val="0"/>
        </a:spcBef>
        <a:spcAft>
          <a:spcPct val="0"/>
        </a:spcAft>
        <a:buClr>
          <a:srgbClr val="000000"/>
        </a:buClr>
        <a:buFont typeface="Arial" panose="020B0604020202020204" pitchFamily="34" charset="0"/>
        <a:defRPr sz="1800" kern="1200" baseline="0">
          <a:solidFill>
            <a:schemeClr val="tx1"/>
          </a:solidFill>
          <a:latin typeface="+mn-lt"/>
          <a:ea typeface="+mn-ea"/>
          <a:cs typeface="+mn-cs"/>
        </a:defRPr>
      </a:lvl6pPr>
      <a:lvl7pPr marL="2743200" lvl="6" indent="0" algn="l" defTabSz="914400" eaLnBrk="1" fontAlgn="base" latinLnBrk="0" hangingPunct="1">
        <a:lnSpc>
          <a:spcPct val="100000"/>
        </a:lnSpc>
        <a:spcBef>
          <a:spcPct val="0"/>
        </a:spcBef>
        <a:spcAft>
          <a:spcPct val="0"/>
        </a:spcAft>
        <a:buClr>
          <a:srgbClr val="000000"/>
        </a:buClr>
        <a:buFont typeface="Arial" panose="020B0604020202020204" pitchFamily="34" charset="0"/>
        <a:defRPr sz="1800" kern="1200" baseline="0">
          <a:solidFill>
            <a:schemeClr val="tx1"/>
          </a:solidFill>
          <a:latin typeface="+mn-lt"/>
          <a:ea typeface="+mn-ea"/>
          <a:cs typeface="+mn-cs"/>
        </a:defRPr>
      </a:lvl7pPr>
      <a:lvl8pPr marL="3200400" lvl="7" indent="0" algn="l" defTabSz="914400" eaLnBrk="1" fontAlgn="base" latinLnBrk="0" hangingPunct="1">
        <a:lnSpc>
          <a:spcPct val="100000"/>
        </a:lnSpc>
        <a:spcBef>
          <a:spcPct val="0"/>
        </a:spcBef>
        <a:spcAft>
          <a:spcPct val="0"/>
        </a:spcAft>
        <a:buClr>
          <a:srgbClr val="000000"/>
        </a:buClr>
        <a:buFont typeface="Arial" panose="020B0604020202020204" pitchFamily="34" charset="0"/>
        <a:defRPr sz="1800" kern="1200" baseline="0">
          <a:solidFill>
            <a:schemeClr val="tx1"/>
          </a:solidFill>
          <a:latin typeface="+mn-lt"/>
          <a:ea typeface="+mn-ea"/>
          <a:cs typeface="+mn-cs"/>
        </a:defRPr>
      </a:lvl8pPr>
      <a:lvl9pPr marL="3657600" lvl="8" indent="0" algn="l" defTabSz="914400" eaLnBrk="1" fontAlgn="base" latinLnBrk="0" hangingPunct="1">
        <a:lnSpc>
          <a:spcPct val="100000"/>
        </a:lnSpc>
        <a:spcBef>
          <a:spcPct val="0"/>
        </a:spcBef>
        <a:spcAft>
          <a:spcPct val="0"/>
        </a:spcAft>
        <a:buClr>
          <a:srgbClr val="000000"/>
        </a:buClr>
        <a:buFont typeface="Arial" panose="020B0604020202020204" pitchFamily="34" charset="0"/>
        <a:defRPr sz="1800" kern="1200" baseline="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7.xml"/><Relationship Id="rId4" Type="http://schemas.openxmlformats.org/officeDocument/2006/relationships/comments" Target="../comments/comment1.xml"/></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1.xml"/><Relationship Id="rId1" Type="http://schemas.openxmlformats.org/officeDocument/2006/relationships/tags" Target="../tags/tag2.xml"/><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1.xml"/><Relationship Id="rId4" Type="http://schemas.openxmlformats.org/officeDocument/2006/relationships/image" Target="../media/image7.png"/></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8.xml"/><Relationship Id="rId1" Type="http://schemas.openxmlformats.org/officeDocument/2006/relationships/slideLayout" Target="../slideLayouts/slideLayout1.xml"/><Relationship Id="rId5" Type="http://schemas.openxmlformats.org/officeDocument/2006/relationships/image" Target="../media/image11.png"/><Relationship Id="rId4" Type="http://schemas.openxmlformats.org/officeDocument/2006/relationships/image" Target="../media/image10.png"/></Relationships>
</file>

<file path=ppt/slides/_rels/slide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0.xml"/><Relationship Id="rId1" Type="http://schemas.openxmlformats.org/officeDocument/2006/relationships/slideLayout" Target="../slideLayouts/slideLayout1.xml"/><Relationship Id="rId4" Type="http://schemas.openxmlformats.org/officeDocument/2006/relationships/image" Target="../media/image14.png"/></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1.xml"/><Relationship Id="rId1" Type="http://schemas.openxmlformats.org/officeDocument/2006/relationships/tags" Target="../tags/tag3.xml"/><Relationship Id="rId5" Type="http://schemas.openxmlformats.org/officeDocument/2006/relationships/image" Target="../media/image16.png"/><Relationship Id="rId4" Type="http://schemas.openxmlformats.org/officeDocument/2006/relationships/image" Target="../media/image15.png"/></Relationships>
</file>

<file path=ppt/slides/_rels/slide12.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2.xml"/><Relationship Id="rId1" Type="http://schemas.openxmlformats.org/officeDocument/2006/relationships/slideLayout" Target="../slideLayouts/slideLayout1.xml"/><Relationship Id="rId4" Type="http://schemas.openxmlformats.org/officeDocument/2006/relationships/image" Target="../media/image18.png"/></Relationships>
</file>

<file path=ppt/slides/_rels/slide13.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4.xml"/><Relationship Id="rId1" Type="http://schemas.openxmlformats.org/officeDocument/2006/relationships/slideLayout" Target="../slideLayouts/slideLayout1.xml"/><Relationship Id="rId4" Type="http://schemas.openxmlformats.org/officeDocument/2006/relationships/image" Target="../media/image21.png"/></Relationships>
</file>

<file path=ppt/slides/_rels/slide15.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5.xml"/><Relationship Id="rId1" Type="http://schemas.openxmlformats.org/officeDocument/2006/relationships/slideLayout" Target="../slideLayouts/slideLayout1.xml"/><Relationship Id="rId6" Type="http://schemas.openxmlformats.org/officeDocument/2006/relationships/image" Target="../media/image25.png"/><Relationship Id="rId5" Type="http://schemas.openxmlformats.org/officeDocument/2006/relationships/image" Target="../media/image24.png"/><Relationship Id="rId4" Type="http://schemas.openxmlformats.org/officeDocument/2006/relationships/image" Target="../media/image23.png"/></Relationships>
</file>

<file path=ppt/slides/_rels/slide16.xml.rels><?xml version="1.0" encoding="UTF-8" standalone="yes"?>
<Relationships xmlns="http://schemas.openxmlformats.org/package/2006/relationships"><Relationship Id="rId3" Type="http://schemas.openxmlformats.org/officeDocument/2006/relationships/notesSlide" Target="../notesSlides/notesSlide16.xml"/><Relationship Id="rId2" Type="http://schemas.openxmlformats.org/officeDocument/2006/relationships/slideLayout" Target="../slideLayouts/slideLayout1.xml"/><Relationship Id="rId1" Type="http://schemas.openxmlformats.org/officeDocument/2006/relationships/tags" Target="../tags/tag4.xml"/></Relationships>
</file>

<file path=ppt/slides/_rels/slide17.xml.rels><?xml version="1.0" encoding="UTF-8" standalone="yes"?>
<Relationships xmlns="http://schemas.openxmlformats.org/package/2006/relationships"><Relationship Id="rId3" Type="http://schemas.openxmlformats.org/officeDocument/2006/relationships/notesSlide" Target="../notesSlides/notesSlide17.xml"/><Relationship Id="rId2" Type="http://schemas.openxmlformats.org/officeDocument/2006/relationships/slideLayout" Target="../slideLayouts/slideLayout1.xml"/><Relationship Id="rId1" Type="http://schemas.openxmlformats.org/officeDocument/2006/relationships/tags" Target="../tags/tag5.xml"/><Relationship Id="rId4" Type="http://schemas.openxmlformats.org/officeDocument/2006/relationships/image" Target="../media/image26.png"/></Relationships>
</file>

<file path=ppt/slides/_rels/slide18.xml.rels><?xml version="1.0" encoding="UTF-8" standalone="yes"?>
<Relationships xmlns="http://schemas.openxmlformats.org/package/2006/relationships"><Relationship Id="rId3" Type="http://schemas.openxmlformats.org/officeDocument/2006/relationships/notesSlide" Target="../notesSlides/notesSlide18.xml"/><Relationship Id="rId2" Type="http://schemas.openxmlformats.org/officeDocument/2006/relationships/slideLayout" Target="../slideLayouts/slideLayout1.xml"/><Relationship Id="rId1" Type="http://schemas.openxmlformats.org/officeDocument/2006/relationships/tags" Target="../tags/tag6.xml"/><Relationship Id="rId4" Type="http://schemas.openxmlformats.org/officeDocument/2006/relationships/image" Target="../media/image27.png"/></Relationships>
</file>

<file path=ppt/slides/_rels/slide19.xml.rels><?xml version="1.0" encoding="UTF-8" standalone="yes"?>
<Relationships xmlns="http://schemas.openxmlformats.org/package/2006/relationships"><Relationship Id="rId3" Type="http://schemas.openxmlformats.org/officeDocument/2006/relationships/notesSlide" Target="../notesSlides/notesSlide19.xml"/><Relationship Id="rId2" Type="http://schemas.openxmlformats.org/officeDocument/2006/relationships/slideLayout" Target="../slideLayouts/slideLayout1.xml"/><Relationship Id="rId1" Type="http://schemas.openxmlformats.org/officeDocument/2006/relationships/tags" Target="../tags/tag7.xml"/><Relationship Id="rId6" Type="http://schemas.openxmlformats.org/officeDocument/2006/relationships/image" Target="../media/image30.png"/><Relationship Id="rId5" Type="http://schemas.openxmlformats.org/officeDocument/2006/relationships/image" Target="../media/image29.png"/><Relationship Id="rId4" Type="http://schemas.openxmlformats.org/officeDocument/2006/relationships/image" Target="../media/image28.png"/></Relationships>
</file>

<file path=ppt/slides/_rels/slide20.xml.rels><?xml version="1.0" encoding="UTF-8" standalone="yes"?>
<Relationships xmlns="http://schemas.openxmlformats.org/package/2006/relationships"><Relationship Id="rId3" Type="http://schemas.openxmlformats.org/officeDocument/2006/relationships/notesSlide" Target="../notesSlides/notesSlide20.xml"/><Relationship Id="rId2" Type="http://schemas.openxmlformats.org/officeDocument/2006/relationships/slideLayout" Target="../slideLayouts/slideLayout1.xml"/><Relationship Id="rId1" Type="http://schemas.openxmlformats.org/officeDocument/2006/relationships/tags" Target="../tags/tag8.xml"/><Relationship Id="rId6" Type="http://schemas.openxmlformats.org/officeDocument/2006/relationships/image" Target="../media/image33.png"/><Relationship Id="rId5" Type="http://schemas.openxmlformats.org/officeDocument/2006/relationships/image" Target="../media/image32.png"/><Relationship Id="rId4" Type="http://schemas.openxmlformats.org/officeDocument/2006/relationships/image" Target="../media/image31.png"/></Relationships>
</file>

<file path=ppt/slides/_rels/slide21.xml.rels><?xml version="1.0" encoding="UTF-8" standalone="yes"?>
<Relationships xmlns="http://schemas.openxmlformats.org/package/2006/relationships"><Relationship Id="rId8" Type="http://schemas.openxmlformats.org/officeDocument/2006/relationships/image" Target="../media/image38.png"/><Relationship Id="rId3" Type="http://schemas.openxmlformats.org/officeDocument/2006/relationships/notesSlide" Target="../notesSlides/notesSlide21.xml"/><Relationship Id="rId7" Type="http://schemas.openxmlformats.org/officeDocument/2006/relationships/image" Target="../media/image37.png"/><Relationship Id="rId2" Type="http://schemas.openxmlformats.org/officeDocument/2006/relationships/slideLayout" Target="../slideLayouts/slideLayout1.xml"/><Relationship Id="rId1" Type="http://schemas.openxmlformats.org/officeDocument/2006/relationships/tags" Target="../tags/tag9.xml"/><Relationship Id="rId6" Type="http://schemas.openxmlformats.org/officeDocument/2006/relationships/image" Target="../media/image36.png"/><Relationship Id="rId5" Type="http://schemas.openxmlformats.org/officeDocument/2006/relationships/image" Target="../media/image35.png"/><Relationship Id="rId4" Type="http://schemas.openxmlformats.org/officeDocument/2006/relationships/image" Target="../media/image34.png"/></Relationships>
</file>

<file path=ppt/slides/_rels/slide22.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23.xml"/><Relationship Id="rId1" Type="http://schemas.openxmlformats.org/officeDocument/2006/relationships/slideLayout" Target="../slideLayouts/slideLayout1.xml"/><Relationship Id="rId5" Type="http://schemas.openxmlformats.org/officeDocument/2006/relationships/image" Target="../media/image42.png"/><Relationship Id="rId4" Type="http://schemas.openxmlformats.org/officeDocument/2006/relationships/image" Target="../media/image41.png"/></Relationships>
</file>

<file path=ppt/slides/_rels/slide24.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24.xml"/><Relationship Id="rId1" Type="http://schemas.openxmlformats.org/officeDocument/2006/relationships/slideLayout" Target="../slideLayouts/slideLayout1.xml"/><Relationship Id="rId6" Type="http://schemas.openxmlformats.org/officeDocument/2006/relationships/image" Target="../media/image45.png"/><Relationship Id="rId5" Type="http://schemas.openxmlformats.org/officeDocument/2006/relationships/image" Target="../media/image44.png"/><Relationship Id="rId4" Type="http://schemas.openxmlformats.org/officeDocument/2006/relationships/image" Target="../media/image43.png"/></Relationships>
</file>

<file path=ppt/slides/_rels/slide25.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25.xml"/><Relationship Id="rId1" Type="http://schemas.openxmlformats.org/officeDocument/2006/relationships/slideLayout" Target="../slideLayouts/slideLayout1.xml"/><Relationship Id="rId4" Type="http://schemas.openxmlformats.org/officeDocument/2006/relationships/image" Target="../media/image47.png"/></Relationships>
</file>

<file path=ppt/slides/_rels/slide26.xml.rels><?xml version="1.0" encoding="UTF-8" standalone="yes"?>
<Relationships xmlns="http://schemas.openxmlformats.org/package/2006/relationships"><Relationship Id="rId3" Type="http://schemas.openxmlformats.org/officeDocument/2006/relationships/notesSlide" Target="../notesSlides/notesSlide26.xml"/><Relationship Id="rId2" Type="http://schemas.openxmlformats.org/officeDocument/2006/relationships/slideLayout" Target="../slideLayouts/slideLayout1.xml"/><Relationship Id="rId1" Type="http://schemas.openxmlformats.org/officeDocument/2006/relationships/tags" Target="../tags/tag10.xml"/><Relationship Id="rId6" Type="http://schemas.openxmlformats.org/officeDocument/2006/relationships/image" Target="../media/image49.png"/><Relationship Id="rId5" Type="http://schemas.openxmlformats.org/officeDocument/2006/relationships/image" Target="../media/image48.png"/><Relationship Id="rId4" Type="http://schemas.openxmlformats.org/officeDocument/2006/relationships/image" Target="../media/image46.png"/></Relationships>
</file>

<file path=ppt/slides/_rels/slide27.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3" Type="http://schemas.openxmlformats.org/officeDocument/2006/relationships/slideLayout" Target="../slideLayouts/slideLayout1.xml"/><Relationship Id="rId7" Type="http://schemas.openxmlformats.org/officeDocument/2006/relationships/image" Target="../media/image53.png"/><Relationship Id="rId2" Type="http://schemas.openxmlformats.org/officeDocument/2006/relationships/tags" Target="../tags/tag12.xml"/><Relationship Id="rId1" Type="http://schemas.openxmlformats.org/officeDocument/2006/relationships/tags" Target="../tags/tag11.xml"/><Relationship Id="rId6" Type="http://schemas.openxmlformats.org/officeDocument/2006/relationships/image" Target="../media/image52.png"/><Relationship Id="rId5" Type="http://schemas.openxmlformats.org/officeDocument/2006/relationships/image" Target="../media/image51.png"/><Relationship Id="rId4"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3" Type="http://schemas.openxmlformats.org/officeDocument/2006/relationships/notesSlide" Target="../notesSlides/notesSlide29.xml"/><Relationship Id="rId2" Type="http://schemas.openxmlformats.org/officeDocument/2006/relationships/slideLayout" Target="../slideLayouts/slideLayout1.xml"/><Relationship Id="rId1" Type="http://schemas.openxmlformats.org/officeDocument/2006/relationships/tags" Target="../tags/tag13.xml"/><Relationship Id="rId4" Type="http://schemas.openxmlformats.org/officeDocument/2006/relationships/image" Target="../media/image54.png"/></Relationships>
</file>

<file path=ppt/slides/_rels/slide30.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notesSlide" Target="../notesSlides/notesSlide30.xml"/><Relationship Id="rId1" Type="http://schemas.openxmlformats.org/officeDocument/2006/relationships/slideLayout" Target="../slideLayouts/slideLayout1.xml"/><Relationship Id="rId5" Type="http://schemas.openxmlformats.org/officeDocument/2006/relationships/image" Target="../media/image57.png"/><Relationship Id="rId4" Type="http://schemas.openxmlformats.org/officeDocument/2006/relationships/image" Target="../media/image56.png"/></Relationships>
</file>

<file path=ppt/slides/_rels/slide31.xml.rels><?xml version="1.0" encoding="UTF-8" standalone="yes"?>
<Relationships xmlns="http://schemas.openxmlformats.org/package/2006/relationships"><Relationship Id="rId3" Type="http://schemas.openxmlformats.org/officeDocument/2006/relationships/image" Target="../media/image58.png"/><Relationship Id="rId2" Type="http://schemas.openxmlformats.org/officeDocument/2006/relationships/notesSlide" Target="../notesSlides/notesSlide31.xml"/><Relationship Id="rId1" Type="http://schemas.openxmlformats.org/officeDocument/2006/relationships/slideLayout" Target="../slideLayouts/slideLayout1.xml"/><Relationship Id="rId4" Type="http://schemas.openxmlformats.org/officeDocument/2006/relationships/image" Target="../media/image59.png"/></Relationships>
</file>

<file path=ppt/slides/_rels/slide32.xml.rels><?xml version="1.0" encoding="UTF-8" standalone="yes"?>
<Relationships xmlns="http://schemas.openxmlformats.org/package/2006/relationships"><Relationship Id="rId3" Type="http://schemas.openxmlformats.org/officeDocument/2006/relationships/image" Target="../media/image60.png"/><Relationship Id="rId2" Type="http://schemas.openxmlformats.org/officeDocument/2006/relationships/notesSlide" Target="../notesSlides/notesSlide32.xml"/><Relationship Id="rId1" Type="http://schemas.openxmlformats.org/officeDocument/2006/relationships/slideLayout" Target="../slideLayouts/slideLayout1.xml"/><Relationship Id="rId6" Type="http://schemas.openxmlformats.org/officeDocument/2006/relationships/image" Target="../media/image63.png"/><Relationship Id="rId5" Type="http://schemas.openxmlformats.org/officeDocument/2006/relationships/image" Target="../media/image62.png"/><Relationship Id="rId4" Type="http://schemas.openxmlformats.org/officeDocument/2006/relationships/image" Target="../media/image61.png"/></Relationships>
</file>

<file path=ppt/slides/_rels/slide33.xml.rels><?xml version="1.0" encoding="UTF-8" standalone="yes"?>
<Relationships xmlns="http://schemas.openxmlformats.org/package/2006/relationships"><Relationship Id="rId3" Type="http://schemas.openxmlformats.org/officeDocument/2006/relationships/image" Target="../media/image64.png"/><Relationship Id="rId2" Type="http://schemas.openxmlformats.org/officeDocument/2006/relationships/notesSlide" Target="../notesSlides/notesSlide33.xml"/><Relationship Id="rId1" Type="http://schemas.openxmlformats.org/officeDocument/2006/relationships/slideLayout" Target="../slideLayouts/slideLayout1.xml"/><Relationship Id="rId4" Type="http://schemas.openxmlformats.org/officeDocument/2006/relationships/image" Target="../media/image65.png"/></Relationships>
</file>

<file path=ppt/slides/_rels/slide34.xml.rels><?xml version="1.0" encoding="UTF-8" standalone="yes"?>
<Relationships xmlns="http://schemas.openxmlformats.org/package/2006/relationships"><Relationship Id="rId3" Type="http://schemas.openxmlformats.org/officeDocument/2006/relationships/image" Target="../media/image66.png"/><Relationship Id="rId2" Type="http://schemas.openxmlformats.org/officeDocument/2006/relationships/notesSlide" Target="../notesSlides/notesSlide34.xml"/><Relationship Id="rId1" Type="http://schemas.openxmlformats.org/officeDocument/2006/relationships/slideLayout" Target="../slideLayouts/slideLayout1.xml"/><Relationship Id="rId5" Type="http://schemas.openxmlformats.org/officeDocument/2006/relationships/image" Target="../media/image68.png"/><Relationship Id="rId4" Type="http://schemas.openxmlformats.org/officeDocument/2006/relationships/image" Target="../media/image67.png"/></Relationships>
</file>

<file path=ppt/slides/_rels/slide35.xml.rels><?xml version="1.0" encoding="UTF-8" standalone="yes"?>
<Relationships xmlns="http://schemas.openxmlformats.org/package/2006/relationships"><Relationship Id="rId3" Type="http://schemas.openxmlformats.org/officeDocument/2006/relationships/image" Target="../media/image66.png"/><Relationship Id="rId2" Type="http://schemas.openxmlformats.org/officeDocument/2006/relationships/notesSlide" Target="../notesSlides/notesSlide35.xml"/><Relationship Id="rId1" Type="http://schemas.openxmlformats.org/officeDocument/2006/relationships/slideLayout" Target="../slideLayouts/slideLayout1.xml"/><Relationship Id="rId5" Type="http://schemas.openxmlformats.org/officeDocument/2006/relationships/image" Target="../media/image70.png"/><Relationship Id="rId4" Type="http://schemas.openxmlformats.org/officeDocument/2006/relationships/image" Target="../media/image69.png"/></Relationships>
</file>

<file path=ppt/slides/_rels/slide36.xml.rels><?xml version="1.0" encoding="UTF-8" standalone="yes"?>
<Relationships xmlns="http://schemas.openxmlformats.org/package/2006/relationships"><Relationship Id="rId3" Type="http://schemas.openxmlformats.org/officeDocument/2006/relationships/image" Target="../media/image66.png"/><Relationship Id="rId2" Type="http://schemas.openxmlformats.org/officeDocument/2006/relationships/notesSlide" Target="../notesSlides/notesSlide36.xml"/><Relationship Id="rId1" Type="http://schemas.openxmlformats.org/officeDocument/2006/relationships/slideLayout" Target="../slideLayouts/slideLayout1.xml"/><Relationship Id="rId5" Type="http://schemas.openxmlformats.org/officeDocument/2006/relationships/image" Target="../media/image72.png"/><Relationship Id="rId4" Type="http://schemas.openxmlformats.org/officeDocument/2006/relationships/image" Target="../media/image71.png"/></Relationships>
</file>

<file path=ppt/slides/_rels/slide37.xml.rels><?xml version="1.0" encoding="UTF-8" standalone="yes"?>
<Relationships xmlns="http://schemas.openxmlformats.org/package/2006/relationships"><Relationship Id="rId3" Type="http://schemas.openxmlformats.org/officeDocument/2006/relationships/notesSlide" Target="../notesSlides/notesSlide37.xml"/><Relationship Id="rId2" Type="http://schemas.openxmlformats.org/officeDocument/2006/relationships/slideLayout" Target="../slideLayouts/slideLayout1.xml"/><Relationship Id="rId1" Type="http://schemas.openxmlformats.org/officeDocument/2006/relationships/tags" Target="../tags/tag14.xml"/><Relationship Id="rId6" Type="http://schemas.openxmlformats.org/officeDocument/2006/relationships/image" Target="../media/image75.png"/><Relationship Id="rId5" Type="http://schemas.openxmlformats.org/officeDocument/2006/relationships/image" Target="../media/image74.png"/><Relationship Id="rId4" Type="http://schemas.openxmlformats.org/officeDocument/2006/relationships/image" Target="../media/image73.png"/></Relationships>
</file>

<file path=ppt/slides/_rels/slide38.xml.rels><?xml version="1.0" encoding="UTF-8" standalone="yes"?>
<Relationships xmlns="http://schemas.openxmlformats.org/package/2006/relationships"><Relationship Id="rId3" Type="http://schemas.openxmlformats.org/officeDocument/2006/relationships/image" Target="../media/image76.png"/><Relationship Id="rId2" Type="http://schemas.openxmlformats.org/officeDocument/2006/relationships/notesSlide" Target="../notesSlides/notesSlide38.xml"/><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3" Type="http://schemas.openxmlformats.org/officeDocument/2006/relationships/image" Target="../media/image77.png"/><Relationship Id="rId2" Type="http://schemas.openxmlformats.org/officeDocument/2006/relationships/notesSlide" Target="../notesSlides/notesSlide39.xml"/><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3" Type="http://schemas.openxmlformats.org/officeDocument/2006/relationships/image" Target="../media/image78.png"/><Relationship Id="rId2" Type="http://schemas.openxmlformats.org/officeDocument/2006/relationships/notesSlide" Target="../notesSlides/notesSlide40.xml"/><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3" Type="http://schemas.openxmlformats.org/officeDocument/2006/relationships/image" Target="../media/image79.png"/><Relationship Id="rId7" Type="http://schemas.openxmlformats.org/officeDocument/2006/relationships/image" Target="../media/image83.png"/><Relationship Id="rId2" Type="http://schemas.openxmlformats.org/officeDocument/2006/relationships/notesSlide" Target="../notesSlides/notesSlide41.xml"/><Relationship Id="rId1" Type="http://schemas.openxmlformats.org/officeDocument/2006/relationships/slideLayout" Target="../slideLayouts/slideLayout1.xml"/><Relationship Id="rId6" Type="http://schemas.openxmlformats.org/officeDocument/2006/relationships/image" Target="../media/image82.png"/><Relationship Id="rId5" Type="http://schemas.openxmlformats.org/officeDocument/2006/relationships/image" Target="../media/image81.png"/><Relationship Id="rId4" Type="http://schemas.openxmlformats.org/officeDocument/2006/relationships/image" Target="../media/image80.png"/></Relationships>
</file>

<file path=ppt/slides/_rels/slide42.xml.rels><?xml version="1.0" encoding="UTF-8" standalone="yes"?>
<Relationships xmlns="http://schemas.openxmlformats.org/package/2006/relationships"><Relationship Id="rId3" Type="http://schemas.openxmlformats.org/officeDocument/2006/relationships/image" Target="../media/image84.png"/><Relationship Id="rId2" Type="http://schemas.openxmlformats.org/officeDocument/2006/relationships/notesSlide" Target="../notesSlides/notesSlide42.xml"/><Relationship Id="rId1" Type="http://schemas.openxmlformats.org/officeDocument/2006/relationships/slideLayout" Target="../slideLayouts/slideLayout1.xml"/><Relationship Id="rId4" Type="http://schemas.openxmlformats.org/officeDocument/2006/relationships/image" Target="../media/image85.png"/></Relationships>
</file>

<file path=ppt/slides/_rels/slide43.xml.rels><?xml version="1.0" encoding="UTF-8" standalone="yes"?>
<Relationships xmlns="http://schemas.openxmlformats.org/package/2006/relationships"><Relationship Id="rId3" Type="http://schemas.openxmlformats.org/officeDocument/2006/relationships/image" Target="../media/image86.png"/><Relationship Id="rId2" Type="http://schemas.openxmlformats.org/officeDocument/2006/relationships/notesSlide" Target="../notesSlides/notesSlide43.xml"/><Relationship Id="rId1" Type="http://schemas.openxmlformats.org/officeDocument/2006/relationships/slideLayout" Target="../slideLayouts/slideLayout1.xml"/><Relationship Id="rId4" Type="http://schemas.openxmlformats.org/officeDocument/2006/relationships/image" Target="../media/image87.png"/></Relationships>
</file>

<file path=ppt/slides/_rels/slide44.xml.rels><?xml version="1.0" encoding="UTF-8" standalone="yes"?>
<Relationships xmlns="http://schemas.openxmlformats.org/package/2006/relationships"><Relationship Id="rId3" Type="http://schemas.openxmlformats.org/officeDocument/2006/relationships/image" Target="../media/image88.png"/><Relationship Id="rId2" Type="http://schemas.openxmlformats.org/officeDocument/2006/relationships/notesSlide" Target="../notesSlides/notesSlide44.xml"/><Relationship Id="rId1" Type="http://schemas.openxmlformats.org/officeDocument/2006/relationships/slideLayout" Target="../slideLayouts/slideLayout1.xml"/><Relationship Id="rId4" Type="http://schemas.openxmlformats.org/officeDocument/2006/relationships/image" Target="../media/image89.png"/></Relationships>
</file>

<file path=ppt/slides/_rels/slide45.xml.rels><?xml version="1.0" encoding="UTF-8" standalone="yes"?>
<Relationships xmlns="http://schemas.openxmlformats.org/package/2006/relationships"><Relationship Id="rId3" Type="http://schemas.openxmlformats.org/officeDocument/2006/relationships/image" Target="../media/image90.png"/><Relationship Id="rId2" Type="http://schemas.openxmlformats.org/officeDocument/2006/relationships/notesSlide" Target="../notesSlides/notesSlide45.xml"/><Relationship Id="rId1" Type="http://schemas.openxmlformats.org/officeDocument/2006/relationships/slideLayout" Target="../slideLayouts/slideLayout1.xml"/><Relationship Id="rId4" Type="http://schemas.openxmlformats.org/officeDocument/2006/relationships/image" Target="../media/image91.png"/></Relationships>
</file>

<file path=ppt/slides/_rels/slide46.xml.rels><?xml version="1.0" encoding="UTF-8" standalone="yes"?>
<Relationships xmlns="http://schemas.openxmlformats.org/package/2006/relationships"><Relationship Id="rId3" Type="http://schemas.openxmlformats.org/officeDocument/2006/relationships/image" Target="../media/image92.png"/><Relationship Id="rId2" Type="http://schemas.openxmlformats.org/officeDocument/2006/relationships/notesSlide" Target="../notesSlides/notesSlide46.xml"/><Relationship Id="rId1"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Id3" Type="http://schemas.openxmlformats.org/officeDocument/2006/relationships/image" Target="../media/image93.png"/><Relationship Id="rId2" Type="http://schemas.openxmlformats.org/officeDocument/2006/relationships/notesSlide" Target="../notesSlides/notesSlide47.xml"/><Relationship Id="rId1" Type="http://schemas.openxmlformats.org/officeDocument/2006/relationships/slideLayout" Target="../slideLayouts/slideLayout1.xml"/><Relationship Id="rId4" Type="http://schemas.openxmlformats.org/officeDocument/2006/relationships/image" Target="../media/image94.png"/></Relationships>
</file>

<file path=ppt/slides/_rels/slide48.xml.rels><?xml version="1.0" encoding="UTF-8" standalone="yes"?>
<Relationships xmlns="http://schemas.openxmlformats.org/package/2006/relationships"><Relationship Id="rId3" Type="http://schemas.openxmlformats.org/officeDocument/2006/relationships/image" Target="../media/image95.png"/><Relationship Id="rId2" Type="http://schemas.openxmlformats.org/officeDocument/2006/relationships/notesSlide" Target="../notesSlides/notesSlide48.xml"/><Relationship Id="rId1" Type="http://schemas.openxmlformats.org/officeDocument/2006/relationships/slideLayout" Target="../slideLayouts/slideLayout1.xml"/><Relationship Id="rId4" Type="http://schemas.openxmlformats.org/officeDocument/2006/relationships/image" Target="../media/image96.png"/></Relationships>
</file>

<file path=ppt/slides/_rels/slide49.xml.rels><?xml version="1.0" encoding="UTF-8" standalone="yes"?>
<Relationships xmlns="http://schemas.openxmlformats.org/package/2006/relationships"><Relationship Id="rId3" Type="http://schemas.openxmlformats.org/officeDocument/2006/relationships/notesSlide" Target="../notesSlides/notesSlide49.xml"/><Relationship Id="rId2" Type="http://schemas.openxmlformats.org/officeDocument/2006/relationships/slideLayout" Target="../slideLayouts/slideLayout1.xml"/><Relationship Id="rId1" Type="http://schemas.openxmlformats.org/officeDocument/2006/relationships/tags" Target="../tags/tag15.xml"/><Relationship Id="rId6" Type="http://schemas.openxmlformats.org/officeDocument/2006/relationships/image" Target="../media/image99.png"/><Relationship Id="rId5" Type="http://schemas.openxmlformats.org/officeDocument/2006/relationships/image" Target="../media/image98.png"/><Relationship Id="rId4" Type="http://schemas.openxmlformats.org/officeDocument/2006/relationships/image" Target="../media/image97.png"/></Relationships>
</file>

<file path=ppt/slides/_rels/slide50.xml.rels><?xml version="1.0" encoding="UTF-8" standalone="yes"?>
<Relationships xmlns="http://schemas.openxmlformats.org/package/2006/relationships"><Relationship Id="rId3" Type="http://schemas.openxmlformats.org/officeDocument/2006/relationships/slideLayout" Target="../slideLayouts/slideLayout1.xml"/><Relationship Id="rId7" Type="http://schemas.openxmlformats.org/officeDocument/2006/relationships/image" Target="../media/image102.png"/><Relationship Id="rId2" Type="http://schemas.openxmlformats.org/officeDocument/2006/relationships/tags" Target="../tags/tag17.xml"/><Relationship Id="rId1" Type="http://schemas.openxmlformats.org/officeDocument/2006/relationships/tags" Target="../tags/tag16.xml"/><Relationship Id="rId6" Type="http://schemas.openxmlformats.org/officeDocument/2006/relationships/image" Target="../media/image101.png"/><Relationship Id="rId5" Type="http://schemas.openxmlformats.org/officeDocument/2006/relationships/image" Target="../media/image100.png"/><Relationship Id="rId4"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51.xml"/><Relationship Id="rId1" Type="http://schemas.openxmlformats.org/officeDocument/2006/relationships/slideLayout" Target="../slideLayouts/slideLayout7.xml"/><Relationship Id="rId4" Type="http://schemas.openxmlformats.org/officeDocument/2006/relationships/comments" Target="../comments/comment2.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a:blip r:embed="rId3"/>
          <a:tile tx="0" ty="0" sx="100000" sy="100000" flip="none" algn="tl"/>
        </a:blipFill>
        <a:effectLst/>
      </p:bgPr>
    </p:bg>
    <p:spTree>
      <p:nvGrpSpPr>
        <p:cNvPr id="1" name=""/>
        <p:cNvGrpSpPr/>
        <p:nvPr/>
      </p:nvGrpSpPr>
      <p:grpSpPr>
        <a:xfrm>
          <a:off x="0" y="0"/>
          <a:ext cx="0" cy="0"/>
          <a:chOff x="0" y="0"/>
          <a:chExt cx="0" cy="0"/>
        </a:xfrm>
      </p:grpSpPr>
      <p:sp>
        <p:nvSpPr>
          <p:cNvPr id="5124" name="矩形 7"/>
          <p:cNvSpPr/>
          <p:nvPr/>
        </p:nvSpPr>
        <p:spPr>
          <a:xfrm>
            <a:off x="2351405" y="2780665"/>
            <a:ext cx="7920990" cy="768350"/>
          </a:xfrm>
          <a:prstGeom prst="rect">
            <a:avLst/>
          </a:prstGeom>
          <a:noFill/>
          <a:ln w="9525">
            <a:noFill/>
          </a:ln>
        </p:spPr>
        <p:txBody>
          <a:bodyPr wrap="square">
            <a:spAutoFit/>
          </a:bodyPr>
          <a:lstStyle>
            <a:lvl1pPr marL="342900" lvl="0" indent="-342900" algn="l" defTabSz="914400" eaLnBrk="1" fontAlgn="base" latinLnBrk="0" hangingPunct="1">
              <a:lnSpc>
                <a:spcPct val="100000"/>
              </a:lnSpc>
              <a:spcBef>
                <a:spcPct val="20000"/>
              </a:spcBef>
              <a:buFont typeface="Arial" panose="020B0604020202020204" pitchFamily="34" charset="0"/>
              <a:buChar char="•"/>
              <a:defRPr sz="3200" kern="1200">
                <a:solidFill>
                  <a:schemeClr val="tx1"/>
                </a:solidFill>
                <a:latin typeface="Calibri" panose="020F0502020204030204" charset="0"/>
                <a:ea typeface="宋体" panose="02010600030101010101" pitchFamily="2" charset="-122"/>
                <a:sym typeface="Calibri" panose="020F0502020204030204" charset="0"/>
              </a:defRPr>
            </a:lvl1pPr>
            <a:lvl2pPr marL="742950" lvl="1" indent="-285750" algn="l" defTabSz="914400" eaLnBrk="1" fontAlgn="base" latinLnBrk="0" hangingPunct="1">
              <a:lnSpc>
                <a:spcPct val="100000"/>
              </a:lnSpc>
              <a:spcBef>
                <a:spcPct val="20000"/>
              </a:spcBef>
              <a:buFont typeface="Arial" panose="020B0604020202020204" pitchFamily="34" charset="0"/>
              <a:buChar char="–"/>
              <a:defRPr sz="2800" kern="1200">
                <a:solidFill>
                  <a:schemeClr val="tx1"/>
                </a:solidFill>
                <a:latin typeface="Calibri" panose="020F0502020204030204" charset="0"/>
                <a:ea typeface="宋体" panose="02010600030101010101" pitchFamily="2" charset="-122"/>
                <a:cs typeface="+mn-cs"/>
                <a:sym typeface="Calibri" panose="020F0502020204030204" charset="0"/>
              </a:defRPr>
            </a:lvl2pPr>
            <a:lvl3pPr marL="1143000" lvl="2" indent="-228600" algn="l" defTabSz="914400" eaLnBrk="1" fontAlgn="base" latinLnBrk="0" hangingPunct="1">
              <a:lnSpc>
                <a:spcPct val="100000"/>
              </a:lnSpc>
              <a:spcBef>
                <a:spcPct val="20000"/>
              </a:spcBef>
              <a:buFont typeface="Arial" panose="020B0604020202020204" pitchFamily="34" charset="0"/>
              <a:buChar char="•"/>
              <a:defRPr sz="2400" kern="1200">
                <a:solidFill>
                  <a:schemeClr val="tx1"/>
                </a:solidFill>
                <a:latin typeface="Calibri" panose="020F0502020204030204" charset="0"/>
                <a:ea typeface="宋体" panose="02010600030101010101" pitchFamily="2" charset="-122"/>
                <a:cs typeface="+mn-cs"/>
                <a:sym typeface="Calibri" panose="020F0502020204030204" charset="0"/>
              </a:defRPr>
            </a:lvl3pPr>
            <a:lvl4pPr marL="1600200" lvl="3" indent="-228600" algn="l" defTabSz="914400" eaLnBrk="1" fontAlgn="base" latinLnBrk="0" hangingPunct="1">
              <a:lnSpc>
                <a:spcPct val="100000"/>
              </a:lnSpc>
              <a:spcBef>
                <a:spcPct val="20000"/>
              </a:spcBef>
              <a:buFont typeface="Arial" panose="020B0604020202020204" pitchFamily="34" charset="0"/>
              <a:buChar char="–"/>
              <a:defRPr sz="2000" kern="1200">
                <a:solidFill>
                  <a:schemeClr val="tx1"/>
                </a:solidFill>
                <a:latin typeface="Calibri" panose="020F0502020204030204" charset="0"/>
                <a:ea typeface="宋体" panose="02010600030101010101" pitchFamily="2" charset="-122"/>
                <a:cs typeface="+mn-cs"/>
                <a:sym typeface="Calibri" panose="020F0502020204030204" charset="0"/>
              </a:defRPr>
            </a:lvl4pPr>
            <a:lvl5pPr marL="2057400" lvl="4" indent="-228600" algn="l" defTabSz="914400" eaLnBrk="1" fontAlgn="base" latinLnBrk="0" hangingPunct="1">
              <a:lnSpc>
                <a:spcPct val="100000"/>
              </a:lnSpc>
              <a:spcBef>
                <a:spcPct val="20000"/>
              </a:spcBef>
              <a:buFont typeface="Arial" panose="020B0604020202020204" pitchFamily="34" charset="0"/>
              <a:buChar char="»"/>
              <a:defRPr sz="2000" kern="1200">
                <a:solidFill>
                  <a:schemeClr val="tx1"/>
                </a:solidFill>
                <a:latin typeface="Calibri" panose="020F0502020204030204" charset="0"/>
                <a:ea typeface="宋体" panose="02010600030101010101" pitchFamily="2" charset="-122"/>
                <a:cs typeface="+mn-cs"/>
                <a:sym typeface="Calibri" panose="020F0502020204030204" charset="0"/>
              </a:defRPr>
            </a:lvl5pPr>
          </a:lstStyle>
          <a:p>
            <a:pPr marL="0" lvl="0" indent="0" defTabSz="914400">
              <a:spcBef>
                <a:spcPct val="0"/>
              </a:spcBef>
              <a:buFont typeface="Arial" panose="020B0604020202020204" pitchFamily="34" charset="0"/>
              <a:buNone/>
            </a:pPr>
            <a:r>
              <a:rPr lang="zh-CN" altLang="en-US" sz="4400" b="1" dirty="0">
                <a:solidFill>
                  <a:srgbClr val="1115C3"/>
                </a:solidFill>
                <a:latin typeface="微软雅黑" panose="020B0503020204020204" pitchFamily="2" charset="-122"/>
                <a:ea typeface="微软雅黑" panose="020B0503020204020204" pitchFamily="2" charset="-122"/>
                <a:sym typeface="微软雅黑" panose="020B0503020204020204" pitchFamily="2" charset="-122"/>
              </a:rPr>
              <a:t>多元统计分析及</a:t>
            </a:r>
            <a:r>
              <a:rPr lang="en-US" sz="4400" b="1" dirty="0">
                <a:solidFill>
                  <a:srgbClr val="FF0000"/>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Python</a:t>
            </a:r>
            <a:r>
              <a:rPr lang="zh-CN" altLang="en-US" sz="4400" b="1" dirty="0">
                <a:solidFill>
                  <a:srgbClr val="1115C3"/>
                </a:solidFill>
                <a:latin typeface="微软雅黑" panose="020B0503020204020204" pitchFamily="2" charset="-122"/>
                <a:ea typeface="微软雅黑" panose="020B0503020204020204" pitchFamily="2" charset="-122"/>
                <a:sym typeface="微软雅黑" panose="020B0503020204020204" pitchFamily="2" charset="-122"/>
              </a:rPr>
              <a:t>建模 </a:t>
            </a:r>
          </a:p>
        </p:txBody>
      </p:sp>
      <p:sp>
        <p:nvSpPr>
          <p:cNvPr id="2" name="矩形 1"/>
          <p:cNvSpPr/>
          <p:nvPr/>
        </p:nvSpPr>
        <p:spPr>
          <a:xfrm>
            <a:off x="2783761" y="4436719"/>
            <a:ext cx="6496050" cy="645160"/>
          </a:xfrm>
          <a:prstGeom prst="rect">
            <a:avLst/>
          </a:prstGeom>
        </p:spPr>
        <p:txBody>
          <a:bodyPr wrap="none">
            <a:spAutoFit/>
          </a:bodyPr>
          <a:lstStyle/>
          <a:p>
            <a:pPr algn="l"/>
            <a:r>
              <a:rPr lang="zh-CN" altLang="en-US" sz="3600" b="1" dirty="0">
                <a:solidFill>
                  <a:srgbClr val="3399FF"/>
                </a:solidFill>
                <a:latin typeface="微软雅黑" panose="020B0503020204020204" pitchFamily="2" charset="-122"/>
                <a:ea typeface="微软雅黑" panose="020B0503020204020204" pitchFamily="2" charset="-122"/>
                <a:sym typeface="微软雅黑" panose="020B0503020204020204" pitchFamily="2" charset="-122"/>
              </a:rPr>
              <a:t>第</a:t>
            </a:r>
            <a:r>
              <a:rPr lang="en-US" altLang="zh-CN" sz="3600" b="1" dirty="0">
                <a:solidFill>
                  <a:srgbClr val="3399FF"/>
                </a:solidFill>
                <a:latin typeface="微软雅黑" panose="020B0503020204020204" pitchFamily="2" charset="-122"/>
                <a:ea typeface="微软雅黑" panose="020B0503020204020204" pitchFamily="2" charset="-122"/>
                <a:sym typeface="微软雅黑" panose="020B0503020204020204" pitchFamily="2" charset="-122"/>
              </a:rPr>
              <a:t>5</a:t>
            </a:r>
            <a:r>
              <a:rPr lang="zh-CN" altLang="en-US" sz="3600" b="1" dirty="0">
                <a:solidFill>
                  <a:srgbClr val="3399FF"/>
                </a:solidFill>
                <a:latin typeface="微软雅黑" panose="020B0503020204020204" pitchFamily="2" charset="-122"/>
                <a:ea typeface="微软雅黑" panose="020B0503020204020204" pitchFamily="2" charset="-122"/>
                <a:sym typeface="微软雅黑" panose="020B0503020204020204" pitchFamily="2" charset="-122"/>
              </a:rPr>
              <a:t>章  综合分析</a:t>
            </a:r>
            <a:r>
              <a:rPr sz="3600" b="1" dirty="0">
                <a:solidFill>
                  <a:srgbClr val="3399FF"/>
                </a:solidFill>
                <a:latin typeface="微软雅黑" panose="020B0503020204020204" pitchFamily="2" charset="-122"/>
                <a:ea typeface="微软雅黑" panose="020B0503020204020204" pitchFamily="2" charset="-122"/>
                <a:sym typeface="微软雅黑" panose="020B0503020204020204" pitchFamily="2" charset="-122"/>
              </a:rPr>
              <a:t>及Python评价</a:t>
            </a:r>
          </a:p>
        </p:txBody>
      </p:sp>
    </p:spTree>
  </p:cSld>
  <p:clrMapOvr>
    <a:masterClrMapping/>
  </p:clrMapOvr>
  <p:transition>
    <p:cu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201" name="组合 5"/>
          <p:cNvGrpSpPr/>
          <p:nvPr/>
        </p:nvGrpSpPr>
        <p:grpSpPr>
          <a:xfrm>
            <a:off x="3709988" y="1989138"/>
            <a:ext cx="4662487" cy="2650363"/>
            <a:chOff x="0" y="0"/>
            <a:chExt cx="4662264" cy="2650025"/>
          </a:xfrm>
        </p:grpSpPr>
        <p:sp>
          <p:nvSpPr>
            <p:cNvPr id="8202" name="矩形 2"/>
            <p:cNvSpPr/>
            <p:nvPr/>
          </p:nvSpPr>
          <p:spPr>
            <a:xfrm>
              <a:off x="0" y="0"/>
              <a:ext cx="4572000" cy="417777"/>
            </a:xfrm>
            <a:prstGeom prst="rect">
              <a:avLst/>
            </a:prstGeom>
            <a:noFill/>
            <a:ln w="9525">
              <a:noFill/>
            </a:ln>
          </p:spPr>
          <p:txBody>
            <a:bodyPr>
              <a:spAutoFit/>
            </a:bodyPr>
            <a:lstStyle/>
            <a:p>
              <a:pPr marL="342900" lvl="0" indent="-342900">
                <a:lnSpc>
                  <a:spcPct val="100000"/>
                </a:lnSpc>
              </a:pPr>
              <a:endParaRPr sz="2000">
                <a:solidFill>
                  <a:srgbClr val="666666"/>
                </a:solidFill>
                <a:latin typeface="微软雅黑" panose="020B0503020204020204" pitchFamily="2" charset="-122"/>
                <a:ea typeface="微软雅黑" panose="020B0503020204020204" pitchFamily="2" charset="-122"/>
                <a:sym typeface="微软雅黑" panose="020B0503020204020204" pitchFamily="2" charset="-122"/>
              </a:endParaRPr>
            </a:p>
          </p:txBody>
        </p:sp>
        <p:sp>
          <p:nvSpPr>
            <p:cNvPr id="8203" name="矩形 3"/>
            <p:cNvSpPr/>
            <p:nvPr/>
          </p:nvSpPr>
          <p:spPr>
            <a:xfrm>
              <a:off x="90264" y="978495"/>
              <a:ext cx="4572000" cy="417777"/>
            </a:xfrm>
            <a:prstGeom prst="rect">
              <a:avLst/>
            </a:prstGeom>
            <a:noFill/>
            <a:ln w="9525">
              <a:noFill/>
            </a:ln>
          </p:spPr>
          <p:txBody>
            <a:bodyPr>
              <a:spAutoFit/>
            </a:bodyPr>
            <a:lstStyle/>
            <a:p>
              <a:pPr marL="342900" lvl="0" indent="-342900" algn="just">
                <a:lnSpc>
                  <a:spcPct val="100000"/>
                </a:lnSpc>
              </a:pPr>
              <a:endParaRPr sz="2000">
                <a:solidFill>
                  <a:srgbClr val="666666"/>
                </a:solidFill>
                <a:latin typeface="微软雅黑" panose="020B0503020204020204" pitchFamily="2" charset="-122"/>
                <a:ea typeface="微软雅黑" panose="020B0503020204020204" pitchFamily="2" charset="-122"/>
                <a:sym typeface="微软雅黑" panose="020B0503020204020204" pitchFamily="2" charset="-122"/>
              </a:endParaRPr>
            </a:p>
          </p:txBody>
        </p:sp>
        <p:sp>
          <p:nvSpPr>
            <p:cNvPr id="8204" name="矩形 4"/>
            <p:cNvSpPr/>
            <p:nvPr/>
          </p:nvSpPr>
          <p:spPr>
            <a:xfrm>
              <a:off x="72008" y="2232248"/>
              <a:ext cx="4572000" cy="417777"/>
            </a:xfrm>
            <a:prstGeom prst="rect">
              <a:avLst/>
            </a:prstGeom>
            <a:noFill/>
            <a:ln w="9525">
              <a:noFill/>
            </a:ln>
          </p:spPr>
          <p:txBody>
            <a:bodyPr>
              <a:spAutoFit/>
            </a:bodyPr>
            <a:lstStyle/>
            <a:p>
              <a:pPr lvl="0" algn="just">
                <a:lnSpc>
                  <a:spcPct val="100000"/>
                </a:lnSpc>
              </a:pPr>
              <a:endParaRPr sz="2000">
                <a:solidFill>
                  <a:srgbClr val="666666"/>
                </a:solidFill>
                <a:latin typeface="微软雅黑" panose="020B0503020204020204" pitchFamily="2" charset="-122"/>
                <a:ea typeface="微软雅黑" panose="020B0503020204020204" pitchFamily="2" charset="-122"/>
                <a:sym typeface="微软雅黑" panose="020B0503020204020204" pitchFamily="2" charset="-122"/>
              </a:endParaRPr>
            </a:p>
          </p:txBody>
        </p:sp>
      </p:grpSp>
      <p:sp>
        <p:nvSpPr>
          <p:cNvPr id="2" name="直接连接符 29"/>
          <p:cNvSpPr/>
          <p:nvPr/>
        </p:nvSpPr>
        <p:spPr>
          <a:xfrm flipV="1">
            <a:off x="68263" y="948055"/>
            <a:ext cx="12045600" cy="9525"/>
          </a:xfrm>
          <a:prstGeom prst="line">
            <a:avLst/>
          </a:prstGeom>
          <a:ln w="136525" cap="sq" cmpd="sng">
            <a:solidFill>
              <a:schemeClr val="accent1"/>
            </a:solidFill>
            <a:prstDash val="solid"/>
            <a:miter/>
            <a:headEnd type="none" w="med" len="med"/>
            <a:tailEnd type="none" w="med" len="med"/>
          </a:ln>
        </p:spPr>
        <p:txBody>
          <a:bodyPr/>
          <a:lstStyle/>
          <a:p>
            <a:endParaRPr lang="zh-CN" altLang="en-US"/>
          </a:p>
        </p:txBody>
      </p:sp>
      <p:sp>
        <p:nvSpPr>
          <p:cNvPr id="4" name="TextBox 28"/>
          <p:cNvSpPr/>
          <p:nvPr/>
        </p:nvSpPr>
        <p:spPr>
          <a:xfrm>
            <a:off x="41945" y="185845"/>
            <a:ext cx="5450204" cy="584775"/>
          </a:xfrm>
          <a:prstGeom prst="rect">
            <a:avLst/>
          </a:prstGeom>
          <a:noFill/>
          <a:ln w="9525">
            <a:noFill/>
          </a:ln>
        </p:spPr>
        <p:txBody>
          <a:bodyPr wrap="square">
            <a:spAutoFit/>
          </a:bodyPr>
          <a:lstStyle/>
          <a:p>
            <a:pPr lvl="0">
              <a:lnSpc>
                <a:spcPct val="100000"/>
              </a:lnSpc>
            </a:pPr>
            <a:r>
              <a:rPr lang="zh-CN" altLang="en-US" sz="3200" b="1" dirty="0">
                <a:solidFill>
                  <a:schemeClr val="accent1"/>
                </a:solidFill>
                <a:latin typeface="微软雅黑" panose="020B0503020204020204" pitchFamily="2" charset="-122"/>
                <a:ea typeface="微软雅黑" panose="020B0503020204020204" pitchFamily="2" charset="-122"/>
                <a:sym typeface="微软雅黑" panose="020B0503020204020204" pitchFamily="2" charset="-122"/>
              </a:rPr>
              <a:t>多元统计分析及</a:t>
            </a:r>
            <a:r>
              <a:rPr lang="en-US" altLang="zh-CN" sz="3200" b="1" dirty="0">
                <a:solidFill>
                  <a:srgbClr val="FF0000"/>
                </a:solidFill>
                <a:latin typeface="微软雅黑" panose="020B0503020204020204" pitchFamily="2" charset="-122"/>
                <a:ea typeface="微软雅黑" panose="020B0503020204020204" pitchFamily="2" charset="-122"/>
                <a:sym typeface="微软雅黑" panose="020B0503020204020204" pitchFamily="2" charset="-122"/>
              </a:rPr>
              <a:t>Python</a:t>
            </a:r>
            <a:r>
              <a:rPr lang="zh-CN" altLang="en-US" sz="3200" b="1" dirty="0">
                <a:solidFill>
                  <a:schemeClr val="accent1"/>
                </a:solidFill>
                <a:latin typeface="微软雅黑" panose="020B0503020204020204" pitchFamily="2" charset="-122"/>
                <a:ea typeface="微软雅黑" panose="020B0503020204020204" pitchFamily="2" charset="-122"/>
                <a:sym typeface="微软雅黑" panose="020B0503020204020204" pitchFamily="2" charset="-122"/>
              </a:rPr>
              <a:t>建模</a:t>
            </a:r>
          </a:p>
        </p:txBody>
      </p:sp>
      <p:sp>
        <p:nvSpPr>
          <p:cNvPr id="6" name="TextBox 27"/>
          <p:cNvSpPr/>
          <p:nvPr/>
        </p:nvSpPr>
        <p:spPr>
          <a:xfrm>
            <a:off x="5979973" y="235062"/>
            <a:ext cx="5450205" cy="521970"/>
          </a:xfrm>
          <a:prstGeom prst="rect">
            <a:avLst/>
          </a:prstGeom>
          <a:noFill/>
          <a:ln w="9525">
            <a:noFill/>
          </a:ln>
        </p:spPr>
        <p:txBody>
          <a:bodyPr wrap="square">
            <a:spAutoFit/>
            <a:scene3d>
              <a:camera prst="orthographicFront"/>
              <a:lightRig rig="soft" dir="t">
                <a:rot lat="0" lon="0" rev="15600000"/>
              </a:lightRig>
            </a:scene3d>
            <a:sp3d extrusionH="57150" prstMaterial="softEdge">
              <a:bevelT w="25400" h="38100"/>
            </a:sp3d>
          </a:bodyPr>
          <a:lstStyle/>
          <a:p>
            <a:pPr lvl="0">
              <a:lnSpc>
                <a:spcPct val="100000"/>
              </a:lnSpc>
            </a:pPr>
            <a:r>
              <a:rPr lang="en-US" altLang="zh-CN" sz="2800" b="1" dirty="0">
                <a:latin typeface="微软雅黑" panose="020B0503020204020204" pitchFamily="2" charset="-122"/>
                <a:ea typeface="微软雅黑" panose="020B0503020204020204" pitchFamily="2" charset="-122"/>
                <a:sym typeface="微软雅黑" panose="020B0503020204020204" pitchFamily="2" charset="-122"/>
              </a:rPr>
              <a:t>5 </a:t>
            </a:r>
            <a:r>
              <a:rPr sz="2800" b="1" dirty="0">
                <a:latin typeface="微软雅黑" panose="020B0503020204020204" pitchFamily="2" charset="-122"/>
                <a:ea typeface="微软雅黑" panose="020B0503020204020204" pitchFamily="2" charset="-122"/>
                <a:sym typeface="微软雅黑" panose="020B0503020204020204" pitchFamily="2" charset="-122"/>
              </a:rPr>
              <a:t>综合分析及Python评价</a:t>
            </a:r>
          </a:p>
        </p:txBody>
      </p:sp>
      <p:sp>
        <p:nvSpPr>
          <p:cNvPr id="10" name="右箭头 10"/>
          <p:cNvSpPr/>
          <p:nvPr/>
        </p:nvSpPr>
        <p:spPr>
          <a:xfrm>
            <a:off x="5407346" y="429497"/>
            <a:ext cx="504190" cy="167005"/>
          </a:xfrm>
          <a:prstGeom prst="rightArrow">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zh-CN" altLang="en-US"/>
          </a:p>
        </p:txBody>
      </p:sp>
      <p:pic>
        <p:nvPicPr>
          <p:cNvPr id="5" name="图片 4"/>
          <p:cNvPicPr>
            <a:picLocks noChangeAspect="1"/>
          </p:cNvPicPr>
          <p:nvPr>
            <p:custDataLst>
              <p:tags r:id="rId1"/>
            </p:custDataLst>
          </p:nvPr>
        </p:nvPicPr>
        <p:blipFill>
          <a:blip r:embed="rId4"/>
          <a:stretch>
            <a:fillRect/>
          </a:stretch>
        </p:blipFill>
        <p:spPr>
          <a:xfrm>
            <a:off x="1631315" y="1052830"/>
            <a:ext cx="8141970" cy="5808980"/>
          </a:xfrm>
          <a:prstGeom prst="rect">
            <a:avLst/>
          </a:prstGeom>
        </p:spPr>
      </p:pic>
    </p:spTree>
  </p:cSld>
  <p:clrMapOvr>
    <a:masterClrMapping/>
  </p:clrMapOvr>
  <p:transition>
    <p:fad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201" name="组合 5"/>
          <p:cNvGrpSpPr/>
          <p:nvPr/>
        </p:nvGrpSpPr>
        <p:grpSpPr>
          <a:xfrm>
            <a:off x="3709988" y="1989138"/>
            <a:ext cx="4662487" cy="2650363"/>
            <a:chOff x="0" y="0"/>
            <a:chExt cx="4662264" cy="2650025"/>
          </a:xfrm>
        </p:grpSpPr>
        <p:sp>
          <p:nvSpPr>
            <p:cNvPr id="8202" name="矩形 2"/>
            <p:cNvSpPr/>
            <p:nvPr/>
          </p:nvSpPr>
          <p:spPr>
            <a:xfrm>
              <a:off x="0" y="0"/>
              <a:ext cx="4572000" cy="417777"/>
            </a:xfrm>
            <a:prstGeom prst="rect">
              <a:avLst/>
            </a:prstGeom>
            <a:noFill/>
            <a:ln w="9525">
              <a:noFill/>
            </a:ln>
          </p:spPr>
          <p:txBody>
            <a:bodyPr>
              <a:spAutoFit/>
            </a:bodyPr>
            <a:lstStyle/>
            <a:p>
              <a:pPr marL="342900" lvl="0" indent="-342900">
                <a:lnSpc>
                  <a:spcPct val="100000"/>
                </a:lnSpc>
              </a:pPr>
              <a:endParaRPr sz="2000">
                <a:solidFill>
                  <a:srgbClr val="666666"/>
                </a:solidFill>
                <a:latin typeface="微软雅黑" panose="020B0503020204020204" pitchFamily="2" charset="-122"/>
                <a:ea typeface="微软雅黑" panose="020B0503020204020204" pitchFamily="2" charset="-122"/>
                <a:sym typeface="微软雅黑" panose="020B0503020204020204" pitchFamily="2" charset="-122"/>
              </a:endParaRPr>
            </a:p>
          </p:txBody>
        </p:sp>
        <p:sp>
          <p:nvSpPr>
            <p:cNvPr id="8203" name="矩形 3"/>
            <p:cNvSpPr/>
            <p:nvPr/>
          </p:nvSpPr>
          <p:spPr>
            <a:xfrm>
              <a:off x="90264" y="978495"/>
              <a:ext cx="4572000" cy="417777"/>
            </a:xfrm>
            <a:prstGeom prst="rect">
              <a:avLst/>
            </a:prstGeom>
            <a:noFill/>
            <a:ln w="9525">
              <a:noFill/>
            </a:ln>
          </p:spPr>
          <p:txBody>
            <a:bodyPr>
              <a:spAutoFit/>
            </a:bodyPr>
            <a:lstStyle/>
            <a:p>
              <a:pPr marL="342900" lvl="0" indent="-342900" algn="just">
                <a:lnSpc>
                  <a:spcPct val="100000"/>
                </a:lnSpc>
              </a:pPr>
              <a:endParaRPr sz="2000">
                <a:solidFill>
                  <a:srgbClr val="666666"/>
                </a:solidFill>
                <a:latin typeface="微软雅黑" panose="020B0503020204020204" pitchFamily="2" charset="-122"/>
                <a:ea typeface="微软雅黑" panose="020B0503020204020204" pitchFamily="2" charset="-122"/>
                <a:sym typeface="微软雅黑" panose="020B0503020204020204" pitchFamily="2" charset="-122"/>
              </a:endParaRPr>
            </a:p>
          </p:txBody>
        </p:sp>
        <p:sp>
          <p:nvSpPr>
            <p:cNvPr id="8204" name="矩形 4"/>
            <p:cNvSpPr/>
            <p:nvPr/>
          </p:nvSpPr>
          <p:spPr>
            <a:xfrm>
              <a:off x="72008" y="2232248"/>
              <a:ext cx="4572000" cy="417777"/>
            </a:xfrm>
            <a:prstGeom prst="rect">
              <a:avLst/>
            </a:prstGeom>
            <a:noFill/>
            <a:ln w="9525">
              <a:noFill/>
            </a:ln>
          </p:spPr>
          <p:txBody>
            <a:bodyPr>
              <a:spAutoFit/>
            </a:bodyPr>
            <a:lstStyle/>
            <a:p>
              <a:pPr lvl="0" algn="just">
                <a:lnSpc>
                  <a:spcPct val="100000"/>
                </a:lnSpc>
              </a:pPr>
              <a:endParaRPr sz="2000">
                <a:solidFill>
                  <a:srgbClr val="666666"/>
                </a:solidFill>
                <a:latin typeface="微软雅黑" panose="020B0503020204020204" pitchFamily="2" charset="-122"/>
                <a:ea typeface="微软雅黑" panose="020B0503020204020204" pitchFamily="2" charset="-122"/>
                <a:sym typeface="微软雅黑" panose="020B0503020204020204" pitchFamily="2" charset="-122"/>
              </a:endParaRPr>
            </a:p>
          </p:txBody>
        </p:sp>
      </p:grpSp>
      <p:sp>
        <p:nvSpPr>
          <p:cNvPr id="2" name="直接连接符 29"/>
          <p:cNvSpPr/>
          <p:nvPr/>
        </p:nvSpPr>
        <p:spPr>
          <a:xfrm flipV="1">
            <a:off x="68263" y="948055"/>
            <a:ext cx="12045600" cy="9525"/>
          </a:xfrm>
          <a:prstGeom prst="line">
            <a:avLst/>
          </a:prstGeom>
          <a:ln w="136525" cap="sq" cmpd="sng">
            <a:solidFill>
              <a:schemeClr val="accent1"/>
            </a:solidFill>
            <a:prstDash val="solid"/>
            <a:miter/>
            <a:headEnd type="none" w="med" len="med"/>
            <a:tailEnd type="none" w="med" len="med"/>
          </a:ln>
        </p:spPr>
        <p:txBody>
          <a:bodyPr/>
          <a:lstStyle/>
          <a:p>
            <a:endParaRPr lang="zh-CN" altLang="en-US"/>
          </a:p>
        </p:txBody>
      </p:sp>
      <p:sp>
        <p:nvSpPr>
          <p:cNvPr id="4" name="TextBox 28"/>
          <p:cNvSpPr/>
          <p:nvPr/>
        </p:nvSpPr>
        <p:spPr>
          <a:xfrm>
            <a:off x="41945" y="185845"/>
            <a:ext cx="5450204" cy="584775"/>
          </a:xfrm>
          <a:prstGeom prst="rect">
            <a:avLst/>
          </a:prstGeom>
          <a:noFill/>
          <a:ln w="9525">
            <a:noFill/>
          </a:ln>
        </p:spPr>
        <p:txBody>
          <a:bodyPr wrap="square">
            <a:spAutoFit/>
          </a:bodyPr>
          <a:lstStyle/>
          <a:p>
            <a:pPr lvl="0">
              <a:lnSpc>
                <a:spcPct val="100000"/>
              </a:lnSpc>
            </a:pPr>
            <a:r>
              <a:rPr lang="zh-CN" altLang="en-US" sz="3200" b="1" dirty="0">
                <a:solidFill>
                  <a:schemeClr val="accent1"/>
                </a:solidFill>
                <a:latin typeface="微软雅黑" panose="020B0503020204020204" pitchFamily="2" charset="-122"/>
                <a:ea typeface="微软雅黑" panose="020B0503020204020204" pitchFamily="2" charset="-122"/>
                <a:sym typeface="微软雅黑" panose="020B0503020204020204" pitchFamily="2" charset="-122"/>
              </a:rPr>
              <a:t>多元统计分析及</a:t>
            </a:r>
            <a:r>
              <a:rPr lang="en-US" altLang="zh-CN" sz="3200" b="1" dirty="0">
                <a:solidFill>
                  <a:srgbClr val="FF0000"/>
                </a:solidFill>
                <a:latin typeface="微软雅黑" panose="020B0503020204020204" pitchFamily="2" charset="-122"/>
                <a:ea typeface="微软雅黑" panose="020B0503020204020204" pitchFamily="2" charset="-122"/>
                <a:sym typeface="微软雅黑" panose="020B0503020204020204" pitchFamily="2" charset="-122"/>
              </a:rPr>
              <a:t>Python</a:t>
            </a:r>
            <a:r>
              <a:rPr lang="zh-CN" altLang="en-US" sz="3200" b="1" dirty="0">
                <a:solidFill>
                  <a:schemeClr val="accent1"/>
                </a:solidFill>
                <a:latin typeface="微软雅黑" panose="020B0503020204020204" pitchFamily="2" charset="-122"/>
                <a:ea typeface="微软雅黑" panose="020B0503020204020204" pitchFamily="2" charset="-122"/>
                <a:sym typeface="微软雅黑" panose="020B0503020204020204" pitchFamily="2" charset="-122"/>
              </a:rPr>
              <a:t>建模</a:t>
            </a:r>
          </a:p>
        </p:txBody>
      </p:sp>
      <p:sp>
        <p:nvSpPr>
          <p:cNvPr id="6" name="TextBox 27"/>
          <p:cNvSpPr/>
          <p:nvPr/>
        </p:nvSpPr>
        <p:spPr>
          <a:xfrm>
            <a:off x="5979973" y="235062"/>
            <a:ext cx="5450205" cy="521970"/>
          </a:xfrm>
          <a:prstGeom prst="rect">
            <a:avLst/>
          </a:prstGeom>
          <a:noFill/>
          <a:ln w="9525">
            <a:noFill/>
          </a:ln>
        </p:spPr>
        <p:txBody>
          <a:bodyPr wrap="square">
            <a:spAutoFit/>
            <a:scene3d>
              <a:camera prst="orthographicFront"/>
              <a:lightRig rig="soft" dir="t">
                <a:rot lat="0" lon="0" rev="15600000"/>
              </a:lightRig>
            </a:scene3d>
            <a:sp3d extrusionH="57150" prstMaterial="softEdge">
              <a:bevelT w="25400" h="38100"/>
            </a:sp3d>
          </a:bodyPr>
          <a:lstStyle/>
          <a:p>
            <a:pPr lvl="0">
              <a:lnSpc>
                <a:spcPct val="100000"/>
              </a:lnSpc>
            </a:pPr>
            <a:r>
              <a:rPr lang="en-US" altLang="zh-CN" sz="2800" b="1" dirty="0">
                <a:latin typeface="微软雅黑" panose="020B0503020204020204" pitchFamily="2" charset="-122"/>
                <a:ea typeface="微软雅黑" panose="020B0503020204020204" pitchFamily="2" charset="-122"/>
                <a:sym typeface="微软雅黑" panose="020B0503020204020204" pitchFamily="2" charset="-122"/>
              </a:rPr>
              <a:t>5 </a:t>
            </a:r>
            <a:r>
              <a:rPr sz="2800" b="1" dirty="0">
                <a:latin typeface="微软雅黑" panose="020B0503020204020204" pitchFamily="2" charset="-122"/>
                <a:ea typeface="微软雅黑" panose="020B0503020204020204" pitchFamily="2" charset="-122"/>
                <a:sym typeface="微软雅黑" panose="020B0503020204020204" pitchFamily="2" charset="-122"/>
              </a:rPr>
              <a:t>综合分析及Python评价</a:t>
            </a:r>
          </a:p>
        </p:txBody>
      </p:sp>
      <p:sp>
        <p:nvSpPr>
          <p:cNvPr id="10" name="右箭头 10"/>
          <p:cNvSpPr/>
          <p:nvPr/>
        </p:nvSpPr>
        <p:spPr>
          <a:xfrm>
            <a:off x="5407346" y="429497"/>
            <a:ext cx="504190" cy="167005"/>
          </a:xfrm>
          <a:prstGeom prst="rightArrow">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zh-CN" altLang="en-US"/>
          </a:p>
        </p:txBody>
      </p:sp>
      <p:pic>
        <p:nvPicPr>
          <p:cNvPr id="8" name="图片 7"/>
          <p:cNvPicPr>
            <a:picLocks noChangeAspect="1"/>
          </p:cNvPicPr>
          <p:nvPr/>
        </p:nvPicPr>
        <p:blipFill>
          <a:blip r:embed="rId3"/>
          <a:stretch>
            <a:fillRect/>
          </a:stretch>
        </p:blipFill>
        <p:spPr>
          <a:xfrm>
            <a:off x="15875" y="1906905"/>
            <a:ext cx="12176125" cy="1478915"/>
          </a:xfrm>
          <a:prstGeom prst="rect">
            <a:avLst/>
          </a:prstGeom>
        </p:spPr>
      </p:pic>
      <p:pic>
        <p:nvPicPr>
          <p:cNvPr id="9" name="图片 8"/>
          <p:cNvPicPr>
            <a:picLocks noChangeAspect="1"/>
          </p:cNvPicPr>
          <p:nvPr/>
        </p:nvPicPr>
        <p:blipFill>
          <a:blip r:embed="rId4"/>
          <a:stretch>
            <a:fillRect/>
          </a:stretch>
        </p:blipFill>
        <p:spPr>
          <a:xfrm>
            <a:off x="47625" y="3439160"/>
            <a:ext cx="11929745" cy="1410335"/>
          </a:xfrm>
          <a:prstGeom prst="rect">
            <a:avLst/>
          </a:prstGeom>
        </p:spPr>
      </p:pic>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nodeType="with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additive="base">
                                        <p:cTn id="7" dur="500" fill="hold"/>
                                        <p:tgtEl>
                                          <p:spTgt spid="8"/>
                                        </p:tgtEl>
                                        <p:attrNameLst>
                                          <p:attrName>ppt_x</p:attrName>
                                        </p:attrNameLst>
                                      </p:cBhvr>
                                      <p:tavLst>
                                        <p:tav tm="0">
                                          <p:val>
                                            <p:strVal val="#ppt_x"/>
                                          </p:val>
                                        </p:tav>
                                        <p:tav tm="100000">
                                          <p:val>
                                            <p:strVal val="#ppt_x"/>
                                          </p:val>
                                        </p:tav>
                                      </p:tavLst>
                                    </p:anim>
                                    <p:anim calcmode="lin" valueType="num">
                                      <p:cBhvr additive="base">
                                        <p:cTn id="8" dur="500" fill="hold"/>
                                        <p:tgtEl>
                                          <p:spTgt spid="8"/>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9"/>
                                        </p:tgtEl>
                                        <p:attrNameLst>
                                          <p:attrName>style.visibility</p:attrName>
                                        </p:attrNameLst>
                                      </p:cBhvr>
                                      <p:to>
                                        <p:strVal val="visible"/>
                                      </p:to>
                                    </p:set>
                                    <p:anim calcmode="lin" valueType="num">
                                      <p:cBhvr additive="base">
                                        <p:cTn id="13" dur="500" fill="hold"/>
                                        <p:tgtEl>
                                          <p:spTgt spid="9"/>
                                        </p:tgtEl>
                                        <p:attrNameLst>
                                          <p:attrName>ppt_x</p:attrName>
                                        </p:attrNameLst>
                                      </p:cBhvr>
                                      <p:tavLst>
                                        <p:tav tm="0">
                                          <p:val>
                                            <p:strVal val="#ppt_x"/>
                                          </p:val>
                                        </p:tav>
                                        <p:tav tm="100000">
                                          <p:val>
                                            <p:strVal val="#ppt_x"/>
                                          </p:val>
                                        </p:tav>
                                      </p:tavLst>
                                    </p:anim>
                                    <p:anim calcmode="lin" valueType="num">
                                      <p:cBhvr additive="base">
                                        <p:cTn id="14" dur="500" fill="hold"/>
                                        <p:tgtEl>
                                          <p:spTgt spid="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TextBox 27"/>
          <p:cNvSpPr/>
          <p:nvPr/>
        </p:nvSpPr>
        <p:spPr>
          <a:xfrm>
            <a:off x="5807980" y="201295"/>
            <a:ext cx="4330065" cy="521970"/>
          </a:xfrm>
          <a:prstGeom prst="rect">
            <a:avLst/>
          </a:prstGeom>
          <a:noFill/>
          <a:ln w="9525">
            <a:noFill/>
          </a:ln>
        </p:spPr>
        <p:txBody>
          <a:bodyPr wrap="square">
            <a:spAutoFit/>
            <a:scene3d>
              <a:camera prst="orthographicFront"/>
              <a:lightRig rig="soft" dir="t">
                <a:rot lat="0" lon="0" rev="15600000"/>
              </a:lightRig>
            </a:scene3d>
            <a:sp3d extrusionH="57150" prstMaterial="softEdge">
              <a:bevelT w="25400" h="38100"/>
            </a:sp3d>
          </a:bodyPr>
          <a:lstStyle/>
          <a:p>
            <a:pPr lvl="0"/>
            <a:r>
              <a:rPr lang="en-US" altLang="zh-CN" sz="2800" b="1" dirty="0">
                <a:solidFill>
                  <a:schemeClr val="accent4"/>
                </a:solidFill>
                <a:latin typeface="微软雅黑" panose="020B0503020204020204" pitchFamily="2" charset="-122"/>
                <a:ea typeface="微软雅黑" panose="020B0503020204020204" pitchFamily="2" charset="-122"/>
                <a:sym typeface="微软雅黑" panose="020B0503020204020204" pitchFamily="2" charset="-122"/>
              </a:rPr>
              <a:t>5</a:t>
            </a:r>
            <a:r>
              <a:rPr lang="zh-CN" altLang="en-US" sz="2800" b="1" dirty="0">
                <a:solidFill>
                  <a:schemeClr val="accent4"/>
                </a:solidFill>
                <a:latin typeface="微软雅黑" panose="020B0503020204020204" pitchFamily="2" charset="-122"/>
                <a:ea typeface="微软雅黑" panose="020B0503020204020204" pitchFamily="2" charset="-122"/>
                <a:sym typeface="微软雅黑" panose="020B0503020204020204" pitchFamily="2" charset="-122"/>
              </a:rPr>
              <a:t>.1</a:t>
            </a:r>
            <a:r>
              <a:rPr lang="en-US" altLang="zh-CN" sz="2800" b="1" dirty="0">
                <a:solidFill>
                  <a:schemeClr val="accent4"/>
                </a:solidFill>
                <a:latin typeface="微软雅黑" panose="020B0503020204020204" pitchFamily="2" charset="-122"/>
                <a:ea typeface="微软雅黑" panose="020B0503020204020204" pitchFamily="2" charset="-122"/>
                <a:sym typeface="微软雅黑" panose="020B0503020204020204" pitchFamily="2" charset="-122"/>
              </a:rPr>
              <a:t> </a:t>
            </a:r>
            <a:r>
              <a:rPr lang="zh-CN" altLang="en-US" sz="2800" b="1" dirty="0">
                <a:solidFill>
                  <a:schemeClr val="accent4"/>
                </a:solidFill>
                <a:latin typeface="微软雅黑" panose="020B0503020204020204" pitchFamily="2" charset="-122"/>
                <a:ea typeface="微软雅黑" panose="020B0503020204020204" pitchFamily="2" charset="-122"/>
                <a:sym typeface="微软雅黑" panose="020B0503020204020204" pitchFamily="2" charset="-122"/>
              </a:rPr>
              <a:t>综合评价的基本概念</a:t>
            </a:r>
            <a:endParaRPr lang="zh-CN" altLang="en-US" sz="2800" b="1" dirty="0">
              <a:solidFill>
                <a:schemeClr val="accent4"/>
              </a:solidFill>
              <a:effectLst/>
              <a:latin typeface="微软雅黑" panose="020B0503020204020204" pitchFamily="2" charset="-122"/>
              <a:ea typeface="微软雅黑" panose="020B0503020204020204" pitchFamily="2" charset="-122"/>
              <a:sym typeface="微软雅黑" panose="020B0503020204020204" pitchFamily="2" charset="-122"/>
            </a:endParaRPr>
          </a:p>
        </p:txBody>
      </p:sp>
      <p:sp>
        <p:nvSpPr>
          <p:cNvPr id="8195" name="TextBox 28"/>
          <p:cNvSpPr/>
          <p:nvPr/>
        </p:nvSpPr>
        <p:spPr>
          <a:xfrm>
            <a:off x="47625" y="168910"/>
            <a:ext cx="5571490" cy="583565"/>
          </a:xfrm>
          <a:prstGeom prst="rect">
            <a:avLst/>
          </a:prstGeom>
          <a:noFill/>
          <a:ln w="9525">
            <a:noFill/>
          </a:ln>
        </p:spPr>
        <p:txBody>
          <a:bodyPr wrap="square">
            <a:spAutoFit/>
            <a:scene3d>
              <a:camera prst="orthographicFront"/>
              <a:lightRig rig="threePt" dir="t"/>
            </a:scene3d>
          </a:bodyPr>
          <a:lstStyle/>
          <a:p>
            <a:pPr lvl="0"/>
            <a:r>
              <a:rPr lang="en-US" altLang="zh-CN" sz="3200" b="1">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5</a:t>
            </a:r>
            <a:r>
              <a:rPr lang="zh-CN" altLang="en-US" sz="3200" b="1">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  </a:t>
            </a:r>
            <a:r>
              <a:rPr sz="3200" b="1">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综合分析及Python评价</a:t>
            </a:r>
          </a:p>
        </p:txBody>
      </p:sp>
      <p:sp>
        <p:nvSpPr>
          <p:cNvPr id="2" name="直接连接符 29"/>
          <p:cNvSpPr/>
          <p:nvPr/>
        </p:nvSpPr>
        <p:spPr>
          <a:xfrm flipV="1">
            <a:off x="72708" y="948055"/>
            <a:ext cx="12045600" cy="9525"/>
          </a:xfrm>
          <a:prstGeom prst="line">
            <a:avLst/>
          </a:prstGeom>
          <a:ln w="136525" cap="sq" cmpd="sng">
            <a:solidFill>
              <a:srgbClr val="66CCFF"/>
            </a:solidFill>
            <a:prstDash val="solid"/>
            <a:miter/>
            <a:headEnd type="none" w="med" len="med"/>
            <a:tailEnd type="none" w="med" len="med"/>
          </a:ln>
        </p:spPr>
        <p:txBody>
          <a:bodyPr/>
          <a:lstStyle/>
          <a:p>
            <a:endParaRPr lang="zh-CN" altLang="en-US"/>
          </a:p>
        </p:txBody>
      </p:sp>
      <p:sp>
        <p:nvSpPr>
          <p:cNvPr id="4" name="右箭头 3"/>
          <p:cNvSpPr/>
          <p:nvPr/>
        </p:nvSpPr>
        <p:spPr>
          <a:xfrm>
            <a:off x="5015925" y="392430"/>
            <a:ext cx="504190" cy="167005"/>
          </a:xfrm>
          <a:prstGeom prst="rightArrow">
            <a:avLst/>
          </a:prstGeom>
          <a:solidFill>
            <a:schemeClr val="accent2">
              <a:lumMod val="40000"/>
              <a:lumOff val="60000"/>
            </a:schemeClr>
          </a:solidFill>
          <a:ln>
            <a:solidFill>
              <a:srgbClr val="7030A0"/>
            </a:solidFill>
          </a:ln>
        </p:spPr>
        <p:style>
          <a:lnRef idx="2">
            <a:schemeClr val="accent2">
              <a:shade val="50000"/>
            </a:schemeClr>
          </a:lnRef>
          <a:fillRef idx="1">
            <a:schemeClr val="accent2"/>
          </a:fillRef>
          <a:effectRef idx="0">
            <a:schemeClr val="accent2"/>
          </a:effectRef>
          <a:fontRef idx="minor">
            <a:schemeClr val="lt1"/>
          </a:fontRef>
        </p:style>
        <p:txBody>
          <a:bodyPr rtlCol="0" anchor="ctr">
            <a:scene3d>
              <a:camera prst="orthographicFront"/>
              <a:lightRig rig="threePt" dir="t"/>
            </a:scene3d>
          </a:bodyPr>
          <a:lstStyle/>
          <a:p>
            <a:pPr algn="ctr"/>
            <a:endParaRPr lang="zh-CN" altLang="en-US">
              <a:ln>
                <a:solidFill>
                  <a:sysClr val="windowText" lastClr="000000"/>
                </a:solidFill>
              </a:ln>
              <a:solidFill>
                <a:schemeClr val="accent6">
                  <a:lumMod val="60000"/>
                  <a:lumOff val="40000"/>
                </a:schemeClr>
              </a:solidFill>
              <a:effectLst/>
            </a:endParaRPr>
          </a:p>
        </p:txBody>
      </p:sp>
      <p:sp>
        <p:nvSpPr>
          <p:cNvPr id="5" name="矩形 6"/>
          <p:cNvSpPr/>
          <p:nvPr/>
        </p:nvSpPr>
        <p:spPr>
          <a:xfrm>
            <a:off x="407605" y="1556870"/>
            <a:ext cx="9633971" cy="4030980"/>
          </a:xfrm>
          <a:prstGeom prst="rect">
            <a:avLst/>
          </a:prstGeom>
          <a:noFill/>
          <a:ln w="9525">
            <a:noFill/>
          </a:ln>
        </p:spPr>
        <p:txBody>
          <a:bodyPr wrap="square">
            <a:spAutoFit/>
          </a:bodyPr>
          <a:lstStyle/>
          <a:p>
            <a:pPr lvl="0" algn="just">
              <a:lnSpc>
                <a:spcPct val="200000"/>
              </a:lnSpc>
            </a:pPr>
            <a:r>
              <a:rPr lang="zh-CN" altLang="en-US" sz="3200" b="1" dirty="0">
                <a:solidFill>
                  <a:srgbClr val="C00000"/>
                </a:solidFill>
                <a:effectLst/>
                <a:cs typeface="+mn-ea"/>
                <a:sym typeface="微软雅黑" panose="020B0503020204020204" pitchFamily="2" charset="-122"/>
              </a:rPr>
              <a:t>多指标综合评价方法的特点：</a:t>
            </a:r>
            <a:endParaRPr lang="en-US" altLang="zh-CN" sz="3200" b="1" dirty="0">
              <a:solidFill>
                <a:srgbClr val="C00000"/>
              </a:solidFill>
              <a:effectLst/>
              <a:ea typeface="微软雅黑" panose="020B0503020204020204" pitchFamily="2" charset="-122"/>
              <a:cs typeface="Arial" panose="020B0604020202020204" pitchFamily="34" charset="0"/>
              <a:sym typeface="微软雅黑" panose="020B0503020204020204" pitchFamily="2" charset="-122"/>
            </a:endParaRPr>
          </a:p>
          <a:p>
            <a:pPr marL="342900" lvl="0" indent="-342900" algn="just">
              <a:lnSpc>
                <a:spcPct val="200000"/>
              </a:lnSpc>
              <a:buFont typeface="Wingdings" panose="05000000000000000000" pitchFamily="2" charset="2"/>
              <a:buChar char="Ø"/>
            </a:pPr>
            <a:r>
              <a:rPr lang="zh-CN" altLang="en-US" sz="3200" b="1" dirty="0">
                <a:solidFill>
                  <a:schemeClr val="tx1"/>
                </a:solidFill>
                <a:cs typeface="+mn-ea"/>
                <a:sym typeface="微软雅黑" panose="020B0503020204020204" pitchFamily="2" charset="-122"/>
              </a:rPr>
              <a:t>包含若干个指标，分别说明被评价对象的不同方面；</a:t>
            </a:r>
          </a:p>
          <a:p>
            <a:pPr marL="342900" lvl="0" indent="-342900" algn="just">
              <a:lnSpc>
                <a:spcPct val="200000"/>
              </a:lnSpc>
              <a:buFont typeface="Wingdings" panose="05000000000000000000" pitchFamily="2" charset="2"/>
              <a:buChar char="Ø"/>
            </a:pPr>
            <a:r>
              <a:rPr lang="zh-CN" altLang="en-US" sz="3200" b="1" dirty="0">
                <a:solidFill>
                  <a:schemeClr val="tx1"/>
                </a:solidFill>
                <a:cs typeface="+mn-ea"/>
                <a:sym typeface="微软雅黑" panose="020B0503020204020204" pitchFamily="2" charset="-122"/>
              </a:rPr>
              <a:t>评价方法最终要对被评价对象做出一个整体性的</a:t>
            </a:r>
          </a:p>
          <a:p>
            <a:pPr lvl="0" algn="just">
              <a:lnSpc>
                <a:spcPct val="200000"/>
              </a:lnSpc>
            </a:pPr>
            <a:r>
              <a:rPr lang="zh-CN" altLang="en-US" sz="3200" b="1" dirty="0">
                <a:solidFill>
                  <a:schemeClr val="tx1"/>
                </a:solidFill>
                <a:cs typeface="+mn-ea"/>
                <a:sym typeface="微软雅黑" panose="020B0503020204020204" pitchFamily="2" charset="-122"/>
              </a:rPr>
              <a:t>   评判，用一个总指标来说明被评价对象一般水平。</a:t>
            </a:r>
            <a:endParaRPr lang="zh-CN" altLang="en-US" sz="3200" b="1" dirty="0">
              <a:solidFill>
                <a:schemeClr val="tx1"/>
              </a:solidFill>
              <a:ea typeface="微软雅黑" panose="020B0503020204020204" pitchFamily="2" charset="-122"/>
              <a:cs typeface="+mn-ea"/>
              <a:sym typeface="微软雅黑" panose="020B0503020204020204" pitchFamily="2" charset="-122"/>
            </a:endParaRPr>
          </a:p>
        </p:txBody>
      </p:sp>
      <p:pic>
        <p:nvPicPr>
          <p:cNvPr id="2050" name="Picture 2" descr="检查"/>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257591" y="1123315"/>
            <a:ext cx="1700336" cy="1700336"/>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5">
                                            <p:txEl>
                                              <p:pRg st="1" end="1"/>
                                            </p:txEl>
                                          </p:spTgt>
                                        </p:tgtEl>
                                        <p:attrNameLst>
                                          <p:attrName>style.visibility</p:attrName>
                                        </p:attrNameLst>
                                      </p:cBhvr>
                                      <p:to>
                                        <p:strVal val="visible"/>
                                      </p:to>
                                    </p:set>
                                    <p:anim calcmode="lin" valueType="num">
                                      <p:cBhvr additive="base">
                                        <p:cTn id="7" dur="500" fill="hold"/>
                                        <p:tgtEl>
                                          <p:spTgt spid="5">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5">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5">
                                            <p:txEl>
                                              <p:pRg st="2" end="2"/>
                                            </p:txEl>
                                          </p:spTgt>
                                        </p:tgtEl>
                                        <p:attrNameLst>
                                          <p:attrName>style.visibility</p:attrName>
                                        </p:attrNameLst>
                                      </p:cBhvr>
                                      <p:to>
                                        <p:strVal val="visible"/>
                                      </p:to>
                                    </p:set>
                                    <p:anim calcmode="lin" valueType="num">
                                      <p:cBhvr additive="base">
                                        <p:cTn id="13" dur="500" fill="hold"/>
                                        <p:tgtEl>
                                          <p:spTgt spid="5">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5">
                                            <p:txEl>
                                              <p:pRg st="2" end="2"/>
                                            </p:txEl>
                                          </p:spTgt>
                                        </p:tgtEl>
                                        <p:attrNameLst>
                                          <p:attrName>ppt_y</p:attrName>
                                        </p:attrNameLst>
                                      </p:cBhvr>
                                      <p:tavLst>
                                        <p:tav tm="0">
                                          <p:val>
                                            <p:strVal val="1+#ppt_h/2"/>
                                          </p:val>
                                        </p:tav>
                                        <p:tav tm="100000">
                                          <p:val>
                                            <p:strVal val="#ppt_y"/>
                                          </p:val>
                                        </p:tav>
                                      </p:tavLst>
                                    </p:anim>
                                  </p:childTnLst>
                                </p:cTn>
                              </p:par>
                              <p:par>
                                <p:cTn id="15" presetID="2" presetClass="entr" presetSubtype="4" fill="hold" nodeType="withEffect">
                                  <p:stCondLst>
                                    <p:cond delay="0"/>
                                  </p:stCondLst>
                                  <p:childTnLst>
                                    <p:set>
                                      <p:cBhvr>
                                        <p:cTn id="16" dur="1" fill="hold">
                                          <p:stCondLst>
                                            <p:cond delay="0"/>
                                          </p:stCondLst>
                                        </p:cTn>
                                        <p:tgtEl>
                                          <p:spTgt spid="5">
                                            <p:txEl>
                                              <p:pRg st="3" end="3"/>
                                            </p:txEl>
                                          </p:spTgt>
                                        </p:tgtEl>
                                        <p:attrNameLst>
                                          <p:attrName>style.visibility</p:attrName>
                                        </p:attrNameLst>
                                      </p:cBhvr>
                                      <p:to>
                                        <p:strVal val="visible"/>
                                      </p:to>
                                    </p:set>
                                    <p:anim calcmode="lin" valueType="num">
                                      <p:cBhvr additive="base">
                                        <p:cTn id="17" dur="500" fill="hold"/>
                                        <p:tgtEl>
                                          <p:spTgt spid="5">
                                            <p:txEl>
                                              <p:pRg st="3" end="3"/>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5">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直接连接符 29"/>
          <p:cNvSpPr/>
          <p:nvPr/>
        </p:nvSpPr>
        <p:spPr>
          <a:xfrm flipV="1">
            <a:off x="72708" y="948055"/>
            <a:ext cx="12045600" cy="9525"/>
          </a:xfrm>
          <a:prstGeom prst="line">
            <a:avLst/>
          </a:prstGeom>
          <a:ln w="136525" cap="sq" cmpd="sng">
            <a:solidFill>
              <a:srgbClr val="66CCFF"/>
            </a:solidFill>
            <a:prstDash val="solid"/>
            <a:miter/>
            <a:headEnd type="none" w="med" len="med"/>
            <a:tailEnd type="none" w="med" len="med"/>
          </a:ln>
        </p:spPr>
        <p:txBody>
          <a:bodyPr/>
          <a:lstStyle/>
          <a:p>
            <a:endParaRPr lang="zh-CN" altLang="en-US"/>
          </a:p>
        </p:txBody>
      </p:sp>
      <p:sp>
        <p:nvSpPr>
          <p:cNvPr id="4" name="右箭头 3"/>
          <p:cNvSpPr/>
          <p:nvPr/>
        </p:nvSpPr>
        <p:spPr>
          <a:xfrm>
            <a:off x="5432425" y="392430"/>
            <a:ext cx="504190" cy="167005"/>
          </a:xfrm>
          <a:prstGeom prst="rightArrow">
            <a:avLst/>
          </a:prstGeom>
          <a:solidFill>
            <a:schemeClr val="accent2">
              <a:lumMod val="40000"/>
              <a:lumOff val="60000"/>
            </a:schemeClr>
          </a:solidFill>
          <a:ln>
            <a:solidFill>
              <a:srgbClr val="7030A0"/>
            </a:solidFill>
          </a:ln>
        </p:spPr>
        <p:style>
          <a:lnRef idx="2">
            <a:schemeClr val="accent2">
              <a:shade val="50000"/>
            </a:schemeClr>
          </a:lnRef>
          <a:fillRef idx="1">
            <a:schemeClr val="accent2"/>
          </a:fillRef>
          <a:effectRef idx="0">
            <a:schemeClr val="accent2"/>
          </a:effectRef>
          <a:fontRef idx="minor">
            <a:schemeClr val="lt1"/>
          </a:fontRef>
        </p:style>
        <p:txBody>
          <a:bodyPr rtlCol="0" anchor="ctr">
            <a:scene3d>
              <a:camera prst="orthographicFront"/>
              <a:lightRig rig="threePt" dir="t"/>
            </a:scene3d>
          </a:bodyPr>
          <a:lstStyle/>
          <a:p>
            <a:pPr algn="ctr"/>
            <a:endParaRPr lang="zh-CN" altLang="en-US">
              <a:ln>
                <a:solidFill>
                  <a:sysClr val="windowText" lastClr="000000"/>
                </a:solidFill>
              </a:ln>
              <a:solidFill>
                <a:schemeClr val="accent6">
                  <a:lumMod val="60000"/>
                  <a:lumOff val="40000"/>
                </a:schemeClr>
              </a:solidFill>
              <a:effectLst/>
            </a:endParaRPr>
          </a:p>
        </p:txBody>
      </p:sp>
      <p:sp>
        <p:nvSpPr>
          <p:cNvPr id="5" name="矩形 6"/>
          <p:cNvSpPr/>
          <p:nvPr/>
        </p:nvSpPr>
        <p:spPr>
          <a:xfrm>
            <a:off x="407605" y="1178231"/>
            <a:ext cx="6309995" cy="829945"/>
          </a:xfrm>
          <a:prstGeom prst="rect">
            <a:avLst/>
          </a:prstGeom>
          <a:noFill/>
          <a:ln w="9525">
            <a:noFill/>
          </a:ln>
        </p:spPr>
        <p:txBody>
          <a:bodyPr wrap="square">
            <a:spAutoFit/>
          </a:bodyPr>
          <a:lstStyle/>
          <a:p>
            <a:pPr lvl="0" algn="just">
              <a:lnSpc>
                <a:spcPct val="150000"/>
              </a:lnSpc>
              <a:buFont typeface="Wingdings" panose="05000000000000000000" pitchFamily="2" charset="2"/>
              <a:buNone/>
            </a:pPr>
            <a:r>
              <a:rPr lang="zh-CN" altLang="en-US" sz="3200" b="1" dirty="0">
                <a:solidFill>
                  <a:srgbClr val="C00000"/>
                </a:solidFill>
                <a:effectLst/>
                <a:cs typeface="+mn-ea"/>
                <a:sym typeface="微软雅黑" panose="020B0503020204020204" pitchFamily="2" charset="-122"/>
              </a:rPr>
              <a:t>5.2.1</a:t>
            </a:r>
            <a:r>
              <a:rPr lang="zh-CN" altLang="en-US" sz="3200" b="1" dirty="0">
                <a:solidFill>
                  <a:srgbClr val="C00000"/>
                </a:solidFill>
                <a:effectLst>
                  <a:outerShdw blurRad="38100" dist="38100" dir="2700000" algn="tl">
                    <a:srgbClr val="000000">
                      <a:alpha val="43137"/>
                    </a:srgbClr>
                  </a:outerShdw>
                </a:effectLst>
                <a:cs typeface="+mn-ea"/>
                <a:sym typeface="微软雅黑" panose="020B0503020204020204" pitchFamily="2" charset="-122"/>
              </a:rPr>
              <a:t> </a:t>
            </a:r>
            <a:r>
              <a:rPr lang="zh-CN" altLang="en-US" sz="3200" b="1" dirty="0">
                <a:solidFill>
                  <a:srgbClr val="C00000"/>
                </a:solidFill>
                <a:effectLst/>
                <a:cs typeface="+mn-ea"/>
                <a:sym typeface="微软雅黑" panose="020B0503020204020204" pitchFamily="2" charset="-122"/>
              </a:rPr>
              <a:t>指标体系的构建原则</a:t>
            </a:r>
          </a:p>
        </p:txBody>
      </p:sp>
      <p:sp>
        <p:nvSpPr>
          <p:cNvPr id="8" name="矩形 6"/>
          <p:cNvSpPr/>
          <p:nvPr/>
        </p:nvSpPr>
        <p:spPr>
          <a:xfrm>
            <a:off x="1722835" y="2204915"/>
            <a:ext cx="4374832" cy="4030980"/>
          </a:xfrm>
          <a:prstGeom prst="rect">
            <a:avLst/>
          </a:prstGeom>
          <a:noFill/>
          <a:ln w="9525">
            <a:noFill/>
          </a:ln>
        </p:spPr>
        <p:txBody>
          <a:bodyPr wrap="square">
            <a:spAutoFit/>
          </a:bodyPr>
          <a:lstStyle/>
          <a:p>
            <a:pPr marL="342900" lvl="0" indent="-342900" algn="just">
              <a:lnSpc>
                <a:spcPct val="200000"/>
              </a:lnSpc>
              <a:buFont typeface="Wingdings" panose="05000000000000000000" pitchFamily="2" charset="2"/>
              <a:buChar char="Ø"/>
            </a:pPr>
            <a:r>
              <a:rPr lang="zh-CN" altLang="en-US" sz="3200" dirty="0">
                <a:solidFill>
                  <a:srgbClr val="0053EC"/>
                </a:solidFill>
              </a:rPr>
              <a:t>系统全面性原则</a:t>
            </a:r>
            <a:endParaRPr lang="en-US" altLang="zh-CN" sz="3200" dirty="0">
              <a:solidFill>
                <a:srgbClr val="0053EC"/>
              </a:solidFill>
            </a:endParaRPr>
          </a:p>
          <a:p>
            <a:pPr marL="342900" lvl="0" indent="-342900" algn="just">
              <a:lnSpc>
                <a:spcPct val="200000"/>
              </a:lnSpc>
              <a:buFont typeface="Wingdings" panose="05000000000000000000" pitchFamily="2" charset="2"/>
              <a:buChar char="Ø"/>
            </a:pPr>
            <a:r>
              <a:rPr lang="zh-CN" altLang="en-US" sz="3200" dirty="0">
                <a:solidFill>
                  <a:srgbClr val="0053EC"/>
                </a:solidFill>
              </a:rPr>
              <a:t>稳定可比性原则</a:t>
            </a:r>
            <a:endParaRPr lang="en-US" altLang="zh-CN" sz="3200" dirty="0">
              <a:solidFill>
                <a:srgbClr val="0053EC"/>
              </a:solidFill>
            </a:endParaRPr>
          </a:p>
          <a:p>
            <a:pPr marL="342900" lvl="0" indent="-342900" algn="just">
              <a:lnSpc>
                <a:spcPct val="200000"/>
              </a:lnSpc>
              <a:buFont typeface="Wingdings" panose="05000000000000000000" pitchFamily="2" charset="2"/>
              <a:buChar char="Ø"/>
            </a:pPr>
            <a:r>
              <a:rPr lang="zh-CN" altLang="en-US" sz="3200" dirty="0">
                <a:solidFill>
                  <a:srgbClr val="0053EC"/>
                </a:solidFill>
              </a:rPr>
              <a:t>简明科学性原则</a:t>
            </a:r>
            <a:endParaRPr lang="en-US" altLang="zh-CN" sz="3200" dirty="0">
              <a:solidFill>
                <a:srgbClr val="0053EC"/>
              </a:solidFill>
            </a:endParaRPr>
          </a:p>
          <a:p>
            <a:pPr marL="342900" lvl="0" indent="-342900" algn="just">
              <a:lnSpc>
                <a:spcPct val="200000"/>
              </a:lnSpc>
              <a:buFont typeface="Wingdings" panose="05000000000000000000" pitchFamily="2" charset="2"/>
              <a:buChar char="Ø"/>
            </a:pPr>
            <a:r>
              <a:rPr lang="zh-CN" altLang="en-US" sz="3200">
                <a:solidFill>
                  <a:srgbClr val="0053EC"/>
                </a:solidFill>
              </a:rPr>
              <a:t>灵活可操作</a:t>
            </a:r>
            <a:r>
              <a:rPr lang="zh-CN" altLang="en-US" sz="3200" dirty="0">
                <a:solidFill>
                  <a:srgbClr val="0053EC"/>
                </a:solidFill>
              </a:rPr>
              <a:t>性原则</a:t>
            </a:r>
            <a:endParaRPr sz="3200" b="1"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endParaRPr>
          </a:p>
        </p:txBody>
      </p:sp>
      <p:sp>
        <p:nvSpPr>
          <p:cNvPr id="13" name="TextBox 27"/>
          <p:cNvSpPr/>
          <p:nvPr/>
        </p:nvSpPr>
        <p:spPr>
          <a:xfrm>
            <a:off x="6022975" y="201295"/>
            <a:ext cx="6094730" cy="521970"/>
          </a:xfrm>
          <a:prstGeom prst="rect">
            <a:avLst/>
          </a:prstGeom>
          <a:noFill/>
          <a:ln w="9525">
            <a:noFill/>
          </a:ln>
        </p:spPr>
        <p:txBody>
          <a:bodyPr wrap="square">
            <a:spAutoFit/>
            <a:scene3d>
              <a:camera prst="orthographicFront"/>
              <a:lightRig rig="soft" dir="t">
                <a:rot lat="0" lon="0" rev="15600000"/>
              </a:lightRig>
            </a:scene3d>
            <a:sp3d extrusionH="57150" prstMaterial="softEdge">
              <a:bevelT w="25400" h="38100"/>
            </a:sp3d>
          </a:bodyPr>
          <a:lstStyle/>
          <a:p>
            <a:pPr lvl="0">
              <a:lnSpc>
                <a:spcPct val="100000"/>
              </a:lnSpc>
            </a:pPr>
            <a:r>
              <a:rPr lang="en-US" sz="2800" b="1" dirty="0">
                <a:solidFill>
                  <a:schemeClr val="accent4"/>
                </a:solidFill>
                <a:effectLst/>
                <a:latin typeface="微软雅黑" panose="020B0503020204020204" pitchFamily="2" charset="-122"/>
                <a:ea typeface="微软雅黑" panose="020B0503020204020204" pitchFamily="2" charset="-122"/>
                <a:sym typeface="微软雅黑" panose="020B0503020204020204" pitchFamily="2" charset="-122"/>
              </a:rPr>
              <a:t>5</a:t>
            </a:r>
            <a:r>
              <a:rPr lang="zh-CN" altLang="en-US" sz="2800" b="1" dirty="0">
                <a:solidFill>
                  <a:schemeClr val="accent4"/>
                </a:solidFill>
                <a:effectLst/>
                <a:latin typeface="微软雅黑" panose="020B0503020204020204" pitchFamily="2" charset="-122"/>
                <a:ea typeface="微软雅黑" panose="020B0503020204020204" pitchFamily="2" charset="-122"/>
                <a:sym typeface="微软雅黑" panose="020B0503020204020204" pitchFamily="2" charset="-122"/>
              </a:rPr>
              <a:t>.</a:t>
            </a:r>
            <a:r>
              <a:rPr lang="en-US" altLang="zh-CN" sz="2800" b="1">
                <a:solidFill>
                  <a:schemeClr val="accent4"/>
                </a:solidFill>
                <a:effectLst/>
                <a:latin typeface="微软雅黑" panose="020B0503020204020204" pitchFamily="2" charset="-122"/>
                <a:ea typeface="微软雅黑" panose="020B0503020204020204" pitchFamily="2" charset="-122"/>
                <a:sym typeface="微软雅黑" panose="020B0503020204020204" pitchFamily="2" charset="-122"/>
              </a:rPr>
              <a:t>2</a:t>
            </a:r>
            <a:r>
              <a:rPr lang="zh-CN" altLang="en-US" sz="2800" b="1">
                <a:solidFill>
                  <a:schemeClr val="accent4"/>
                </a:solidFill>
                <a:effectLst/>
                <a:latin typeface="微软雅黑" panose="020B0503020204020204" pitchFamily="2" charset="-122"/>
                <a:ea typeface="微软雅黑" panose="020B0503020204020204" pitchFamily="2" charset="-122"/>
                <a:sym typeface="微软雅黑" panose="020B0503020204020204" pitchFamily="2" charset="-122"/>
              </a:rPr>
              <a:t> </a:t>
            </a:r>
            <a:r>
              <a:rPr lang="zh-CN" altLang="en-US" sz="2800" b="1">
                <a:solidFill>
                  <a:schemeClr val="accent4"/>
                </a:solidFill>
                <a:latin typeface="微软雅黑" panose="020B0503020204020204" pitchFamily="2" charset="-122"/>
                <a:ea typeface="微软雅黑" panose="020B0503020204020204" pitchFamily="2" charset="-122"/>
                <a:sym typeface="微软雅黑" panose="020B0503020204020204" pitchFamily="2" charset="-122"/>
              </a:rPr>
              <a:t>评价指标</a:t>
            </a:r>
            <a:r>
              <a:rPr lang="zh-CN" altLang="en-US" sz="2800" b="1" dirty="0">
                <a:solidFill>
                  <a:schemeClr val="accent4"/>
                </a:solidFill>
                <a:latin typeface="微软雅黑" panose="020B0503020204020204" pitchFamily="2" charset="-122"/>
                <a:ea typeface="微软雅黑" panose="020B0503020204020204" pitchFamily="2" charset="-122"/>
                <a:sym typeface="微软雅黑" panose="020B0503020204020204" pitchFamily="2" charset="-122"/>
              </a:rPr>
              <a:t>体系的构建</a:t>
            </a:r>
            <a:endParaRPr lang="zh-CN" altLang="en-US" sz="2800" b="1" dirty="0">
              <a:solidFill>
                <a:schemeClr val="accent4"/>
              </a:solidFill>
              <a:effectLst/>
              <a:latin typeface="微软雅黑" panose="020B0503020204020204" pitchFamily="2" charset="-122"/>
              <a:ea typeface="微软雅黑" panose="020B0503020204020204" pitchFamily="2" charset="-122"/>
              <a:sym typeface="微软雅黑" panose="020B0503020204020204" pitchFamily="2" charset="-122"/>
            </a:endParaRPr>
          </a:p>
        </p:txBody>
      </p:sp>
      <p:sp>
        <p:nvSpPr>
          <p:cNvPr id="9" name="TextBox 28"/>
          <p:cNvSpPr/>
          <p:nvPr/>
        </p:nvSpPr>
        <p:spPr>
          <a:xfrm>
            <a:off x="191770" y="168910"/>
            <a:ext cx="5240655" cy="583565"/>
          </a:xfrm>
          <a:prstGeom prst="rect">
            <a:avLst/>
          </a:prstGeom>
          <a:noFill/>
          <a:ln w="9525">
            <a:noFill/>
          </a:ln>
        </p:spPr>
        <p:txBody>
          <a:bodyPr wrap="square">
            <a:spAutoFit/>
            <a:scene3d>
              <a:camera prst="orthographicFront"/>
              <a:lightRig rig="threePt" dir="t"/>
            </a:scene3d>
          </a:bodyPr>
          <a:lstStyle/>
          <a:p>
            <a:pPr lvl="0"/>
            <a:r>
              <a:rPr lang="en-US" altLang="zh-CN" sz="3200" b="1">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5</a:t>
            </a:r>
            <a:r>
              <a:rPr lang="zh-CN" altLang="en-US" sz="3200" b="1">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  </a:t>
            </a:r>
            <a:r>
              <a:rPr sz="3200" b="1">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综合分析及Python评价</a:t>
            </a:r>
            <a:endParaRPr lang="zh-CN" altLang="en-US" sz="3200" b="1">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endParaRPr>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ppt_x"/>
                                          </p:val>
                                        </p:tav>
                                        <p:tav tm="100000">
                                          <p:val>
                                            <p:strVal val="#ppt_x"/>
                                          </p:val>
                                        </p:tav>
                                      </p:tavLst>
                                    </p:anim>
                                    <p:anim calcmode="lin" valueType="num">
                                      <p:cBhvr additive="base">
                                        <p:cTn id="8"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8">
                                            <p:txEl>
                                              <p:pRg st="0" end="0"/>
                                            </p:txEl>
                                          </p:spTgt>
                                        </p:tgtEl>
                                        <p:attrNameLst>
                                          <p:attrName>style.visibility</p:attrName>
                                        </p:attrNameLst>
                                      </p:cBhvr>
                                      <p:to>
                                        <p:strVal val="visible"/>
                                      </p:to>
                                    </p:set>
                                    <p:anim calcmode="lin" valueType="num">
                                      <p:cBhvr additive="base">
                                        <p:cTn id="13" dur="500" fill="hold"/>
                                        <p:tgtEl>
                                          <p:spTgt spid="8">
                                            <p:txEl>
                                              <p:pRg st="0" end="0"/>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8">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8">
                                            <p:txEl>
                                              <p:pRg st="1" end="1"/>
                                            </p:txEl>
                                          </p:spTgt>
                                        </p:tgtEl>
                                        <p:attrNameLst>
                                          <p:attrName>style.visibility</p:attrName>
                                        </p:attrNameLst>
                                      </p:cBhvr>
                                      <p:to>
                                        <p:strVal val="visible"/>
                                      </p:to>
                                    </p:set>
                                    <p:anim calcmode="lin" valueType="num">
                                      <p:cBhvr additive="base">
                                        <p:cTn id="19" dur="500" fill="hold"/>
                                        <p:tgtEl>
                                          <p:spTgt spid="8">
                                            <p:txEl>
                                              <p:pRg st="1" end="1"/>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8">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8">
                                            <p:txEl>
                                              <p:pRg st="2" end="2"/>
                                            </p:txEl>
                                          </p:spTgt>
                                        </p:tgtEl>
                                        <p:attrNameLst>
                                          <p:attrName>style.visibility</p:attrName>
                                        </p:attrNameLst>
                                      </p:cBhvr>
                                      <p:to>
                                        <p:strVal val="visible"/>
                                      </p:to>
                                    </p:set>
                                    <p:anim calcmode="lin" valueType="num">
                                      <p:cBhvr additive="base">
                                        <p:cTn id="25" dur="500" fill="hold"/>
                                        <p:tgtEl>
                                          <p:spTgt spid="8">
                                            <p:txEl>
                                              <p:pRg st="2" end="2"/>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8">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8">
                                            <p:txEl>
                                              <p:pRg st="3" end="3"/>
                                            </p:txEl>
                                          </p:spTgt>
                                        </p:tgtEl>
                                        <p:attrNameLst>
                                          <p:attrName>style.visibility</p:attrName>
                                        </p:attrNameLst>
                                      </p:cBhvr>
                                      <p:to>
                                        <p:strVal val="visible"/>
                                      </p:to>
                                    </p:set>
                                    <p:anim calcmode="lin" valueType="num">
                                      <p:cBhvr additive="base">
                                        <p:cTn id="31" dur="500" fill="hold"/>
                                        <p:tgtEl>
                                          <p:spTgt spid="8">
                                            <p:txEl>
                                              <p:pRg st="3" end="3"/>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8">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5" grpId="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直接连接符 29"/>
          <p:cNvSpPr/>
          <p:nvPr/>
        </p:nvSpPr>
        <p:spPr>
          <a:xfrm flipV="1">
            <a:off x="72708" y="948055"/>
            <a:ext cx="12045600" cy="9525"/>
          </a:xfrm>
          <a:prstGeom prst="line">
            <a:avLst/>
          </a:prstGeom>
          <a:ln w="136525" cap="sq" cmpd="sng">
            <a:solidFill>
              <a:srgbClr val="66CCFF"/>
            </a:solidFill>
            <a:prstDash val="solid"/>
            <a:miter/>
            <a:headEnd type="none" w="med" len="med"/>
            <a:tailEnd type="none" w="med" len="med"/>
          </a:ln>
        </p:spPr>
        <p:txBody>
          <a:bodyPr/>
          <a:lstStyle/>
          <a:p>
            <a:endParaRPr lang="zh-CN" altLang="en-US"/>
          </a:p>
        </p:txBody>
      </p:sp>
      <p:sp>
        <p:nvSpPr>
          <p:cNvPr id="4" name="右箭头 3"/>
          <p:cNvSpPr/>
          <p:nvPr/>
        </p:nvSpPr>
        <p:spPr>
          <a:xfrm>
            <a:off x="5231940" y="392430"/>
            <a:ext cx="504190" cy="167005"/>
          </a:xfrm>
          <a:prstGeom prst="rightArrow">
            <a:avLst/>
          </a:prstGeom>
          <a:solidFill>
            <a:schemeClr val="accent2">
              <a:lumMod val="40000"/>
              <a:lumOff val="60000"/>
            </a:schemeClr>
          </a:solidFill>
          <a:ln>
            <a:solidFill>
              <a:srgbClr val="7030A0"/>
            </a:solidFill>
          </a:ln>
        </p:spPr>
        <p:style>
          <a:lnRef idx="2">
            <a:schemeClr val="accent2">
              <a:shade val="50000"/>
            </a:schemeClr>
          </a:lnRef>
          <a:fillRef idx="1">
            <a:schemeClr val="accent2"/>
          </a:fillRef>
          <a:effectRef idx="0">
            <a:schemeClr val="accent2"/>
          </a:effectRef>
          <a:fontRef idx="minor">
            <a:schemeClr val="lt1"/>
          </a:fontRef>
        </p:style>
        <p:txBody>
          <a:bodyPr rtlCol="0" anchor="ctr">
            <a:scene3d>
              <a:camera prst="orthographicFront"/>
              <a:lightRig rig="threePt" dir="t"/>
            </a:scene3d>
          </a:bodyPr>
          <a:lstStyle/>
          <a:p>
            <a:pPr algn="ctr"/>
            <a:endParaRPr lang="zh-CN" altLang="en-US">
              <a:ln>
                <a:solidFill>
                  <a:sysClr val="windowText" lastClr="000000"/>
                </a:solidFill>
              </a:ln>
              <a:solidFill>
                <a:schemeClr val="accent6">
                  <a:lumMod val="60000"/>
                  <a:lumOff val="40000"/>
                </a:schemeClr>
              </a:solidFill>
              <a:effectLst/>
            </a:endParaRPr>
          </a:p>
        </p:txBody>
      </p:sp>
      <p:sp>
        <p:nvSpPr>
          <p:cNvPr id="5" name="矩形 6"/>
          <p:cNvSpPr/>
          <p:nvPr/>
        </p:nvSpPr>
        <p:spPr>
          <a:xfrm>
            <a:off x="263210" y="1772750"/>
            <a:ext cx="520326" cy="4523105"/>
          </a:xfrm>
          <a:prstGeom prst="rect">
            <a:avLst/>
          </a:prstGeom>
          <a:noFill/>
          <a:ln w="9525">
            <a:noFill/>
          </a:ln>
        </p:spPr>
        <p:txBody>
          <a:bodyPr wrap="square">
            <a:spAutoFit/>
          </a:bodyPr>
          <a:lstStyle/>
          <a:p>
            <a:pPr lvl="0" algn="just"/>
            <a:r>
              <a:rPr lang="zh-CN" altLang="zh-CN" sz="3200" b="1">
                <a:solidFill>
                  <a:srgbClr val="C00000"/>
                </a:solidFill>
              </a:rPr>
              <a:t>评价指标体系的选取</a:t>
            </a:r>
            <a:endParaRPr lang="zh-CN" altLang="zh-CN" sz="3200" b="1" dirty="0">
              <a:solidFill>
                <a:srgbClr val="C00000"/>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endParaRPr>
          </a:p>
        </p:txBody>
      </p:sp>
      <p:sp>
        <p:nvSpPr>
          <p:cNvPr id="13" name="TextBox 27"/>
          <p:cNvSpPr/>
          <p:nvPr/>
        </p:nvSpPr>
        <p:spPr>
          <a:xfrm>
            <a:off x="5951990" y="201295"/>
            <a:ext cx="6094730" cy="521970"/>
          </a:xfrm>
          <a:prstGeom prst="rect">
            <a:avLst/>
          </a:prstGeom>
          <a:noFill/>
          <a:ln w="9525">
            <a:noFill/>
          </a:ln>
        </p:spPr>
        <p:txBody>
          <a:bodyPr wrap="square">
            <a:spAutoFit/>
            <a:scene3d>
              <a:camera prst="orthographicFront"/>
              <a:lightRig rig="soft" dir="t">
                <a:rot lat="0" lon="0" rev="15600000"/>
              </a:lightRig>
            </a:scene3d>
            <a:sp3d extrusionH="57150" prstMaterial="softEdge">
              <a:bevelT w="25400" h="38100"/>
            </a:sp3d>
          </a:bodyPr>
          <a:lstStyle/>
          <a:p>
            <a:pPr lvl="0">
              <a:lnSpc>
                <a:spcPct val="100000"/>
              </a:lnSpc>
            </a:pPr>
            <a:r>
              <a:rPr lang="en-US" sz="2800" b="1" dirty="0">
                <a:solidFill>
                  <a:schemeClr val="accent4"/>
                </a:solidFill>
                <a:effectLst/>
                <a:latin typeface="微软雅黑" panose="020B0503020204020204" pitchFamily="2" charset="-122"/>
                <a:ea typeface="微软雅黑" panose="020B0503020204020204" pitchFamily="2" charset="-122"/>
                <a:sym typeface="微软雅黑" panose="020B0503020204020204" pitchFamily="2" charset="-122"/>
              </a:rPr>
              <a:t>5</a:t>
            </a:r>
            <a:r>
              <a:rPr lang="zh-CN" altLang="en-US" sz="2800" b="1" dirty="0">
                <a:solidFill>
                  <a:schemeClr val="accent4"/>
                </a:solidFill>
                <a:effectLst/>
                <a:latin typeface="微软雅黑" panose="020B0503020204020204" pitchFamily="2" charset="-122"/>
                <a:ea typeface="微软雅黑" panose="020B0503020204020204" pitchFamily="2" charset="-122"/>
                <a:sym typeface="微软雅黑" panose="020B0503020204020204" pitchFamily="2" charset="-122"/>
              </a:rPr>
              <a:t>.</a:t>
            </a:r>
            <a:r>
              <a:rPr lang="en-US" altLang="zh-CN" sz="2800" b="1">
                <a:solidFill>
                  <a:schemeClr val="accent4"/>
                </a:solidFill>
                <a:effectLst/>
                <a:latin typeface="微软雅黑" panose="020B0503020204020204" pitchFamily="2" charset="-122"/>
                <a:ea typeface="微软雅黑" panose="020B0503020204020204" pitchFamily="2" charset="-122"/>
                <a:sym typeface="微软雅黑" panose="020B0503020204020204" pitchFamily="2" charset="-122"/>
              </a:rPr>
              <a:t>2</a:t>
            </a:r>
            <a:r>
              <a:rPr lang="zh-CN" altLang="en-US" sz="2800" b="1">
                <a:solidFill>
                  <a:schemeClr val="accent4"/>
                </a:solidFill>
                <a:effectLst/>
                <a:latin typeface="微软雅黑" panose="020B0503020204020204" pitchFamily="2" charset="-122"/>
                <a:ea typeface="微软雅黑" panose="020B0503020204020204" pitchFamily="2" charset="-122"/>
                <a:sym typeface="微软雅黑" panose="020B0503020204020204" pitchFamily="2" charset="-122"/>
              </a:rPr>
              <a:t> </a:t>
            </a:r>
            <a:r>
              <a:rPr lang="zh-CN" altLang="en-US" sz="2800" b="1">
                <a:solidFill>
                  <a:schemeClr val="accent4"/>
                </a:solidFill>
                <a:latin typeface="微软雅黑" panose="020B0503020204020204" pitchFamily="2" charset="-122"/>
                <a:ea typeface="微软雅黑" panose="020B0503020204020204" pitchFamily="2" charset="-122"/>
                <a:sym typeface="微软雅黑" panose="020B0503020204020204" pitchFamily="2" charset="-122"/>
              </a:rPr>
              <a:t>评价指标</a:t>
            </a:r>
            <a:r>
              <a:rPr lang="zh-CN" altLang="en-US" sz="2800" b="1" dirty="0">
                <a:solidFill>
                  <a:schemeClr val="accent4"/>
                </a:solidFill>
                <a:latin typeface="微软雅黑" panose="020B0503020204020204" pitchFamily="2" charset="-122"/>
                <a:ea typeface="微软雅黑" panose="020B0503020204020204" pitchFamily="2" charset="-122"/>
                <a:sym typeface="微软雅黑" panose="020B0503020204020204" pitchFamily="2" charset="-122"/>
              </a:rPr>
              <a:t>体系的构建</a:t>
            </a:r>
            <a:endParaRPr lang="zh-CN" altLang="en-US" sz="2800" b="1" dirty="0">
              <a:solidFill>
                <a:schemeClr val="accent4"/>
              </a:solidFill>
              <a:effectLst/>
              <a:latin typeface="微软雅黑" panose="020B0503020204020204" pitchFamily="2" charset="-122"/>
              <a:ea typeface="微软雅黑" panose="020B0503020204020204" pitchFamily="2" charset="-122"/>
              <a:sym typeface="微软雅黑" panose="020B0503020204020204" pitchFamily="2" charset="-122"/>
            </a:endParaRPr>
          </a:p>
        </p:txBody>
      </p:sp>
      <p:sp>
        <p:nvSpPr>
          <p:cNvPr id="10" name="TextBox 28"/>
          <p:cNvSpPr/>
          <p:nvPr/>
        </p:nvSpPr>
        <p:spPr>
          <a:xfrm>
            <a:off x="191770" y="168910"/>
            <a:ext cx="5167630" cy="583565"/>
          </a:xfrm>
          <a:prstGeom prst="rect">
            <a:avLst/>
          </a:prstGeom>
          <a:noFill/>
          <a:ln w="9525">
            <a:noFill/>
          </a:ln>
        </p:spPr>
        <p:txBody>
          <a:bodyPr wrap="square">
            <a:spAutoFit/>
            <a:scene3d>
              <a:camera prst="orthographicFront"/>
              <a:lightRig rig="threePt" dir="t"/>
            </a:scene3d>
          </a:bodyPr>
          <a:lstStyle/>
          <a:p>
            <a:pPr lvl="0"/>
            <a:r>
              <a:rPr lang="en-US" altLang="zh-CN" sz="3200" b="1">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5</a:t>
            </a:r>
            <a:r>
              <a:rPr lang="zh-CN" altLang="en-US" sz="3200" b="1">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  </a:t>
            </a:r>
            <a:r>
              <a:rPr sz="3200" b="1">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综合分析及Python评价</a:t>
            </a:r>
            <a:endParaRPr lang="zh-CN" altLang="en-US" sz="3200" b="1">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endParaRPr>
          </a:p>
        </p:txBody>
      </p:sp>
      <p:pic>
        <p:nvPicPr>
          <p:cNvPr id="9" name="图片 8"/>
          <p:cNvPicPr>
            <a:picLocks noChangeAspect="1"/>
          </p:cNvPicPr>
          <p:nvPr/>
        </p:nvPicPr>
        <p:blipFill>
          <a:blip r:embed="rId3"/>
          <a:stretch>
            <a:fillRect/>
          </a:stretch>
        </p:blipFill>
        <p:spPr>
          <a:xfrm>
            <a:off x="840105" y="1137920"/>
            <a:ext cx="5481955" cy="5586730"/>
          </a:xfrm>
          <a:prstGeom prst="rect">
            <a:avLst/>
          </a:prstGeom>
        </p:spPr>
      </p:pic>
      <p:pic>
        <p:nvPicPr>
          <p:cNvPr id="12" name="图片 11"/>
          <p:cNvPicPr>
            <a:picLocks noChangeAspect="1"/>
          </p:cNvPicPr>
          <p:nvPr/>
        </p:nvPicPr>
        <p:blipFill>
          <a:blip r:embed="rId4"/>
          <a:stretch>
            <a:fillRect/>
          </a:stretch>
        </p:blipFill>
        <p:spPr>
          <a:xfrm>
            <a:off x="6816090" y="1060450"/>
            <a:ext cx="3929380" cy="5681980"/>
          </a:xfrm>
          <a:prstGeom prst="rect">
            <a:avLst/>
          </a:prstGeom>
        </p:spPr>
      </p:pic>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1000" fill="hold"/>
                                        <p:tgtEl>
                                          <p:spTgt spid="5"/>
                                        </p:tgtEl>
                                        <p:attrNameLst>
                                          <p:attrName>ppt_x</p:attrName>
                                        </p:attrNameLst>
                                      </p:cBhvr>
                                      <p:tavLst>
                                        <p:tav tm="0">
                                          <p:val>
                                            <p:strVal val="#ppt_x"/>
                                          </p:val>
                                        </p:tav>
                                        <p:tav tm="100000">
                                          <p:val>
                                            <p:strVal val="#ppt_x"/>
                                          </p:val>
                                        </p:tav>
                                      </p:tavLst>
                                    </p:anim>
                                    <p:anim calcmode="lin" valueType="num">
                                      <p:cBhvr additive="base">
                                        <p:cTn id="8" dur="1000" fill="hold"/>
                                        <p:tgtEl>
                                          <p:spTgt spid="5"/>
                                        </p:tgtEl>
                                        <p:attrNameLst>
                                          <p:attrName>ppt_y</p:attrName>
                                        </p:attrNameLst>
                                      </p:cBhvr>
                                      <p:tavLst>
                                        <p:tav tm="0">
                                          <p:val>
                                            <p:strVal val="1+#ppt_h/2"/>
                                          </p:val>
                                        </p:tav>
                                        <p:tav tm="100000">
                                          <p:val>
                                            <p:strVal val="#ppt_y"/>
                                          </p:val>
                                        </p:tav>
                                      </p:tavLst>
                                    </p:anim>
                                  </p:childTnLst>
                                  <p:subTnLst>
                                    <p:animClr clrSpc="rgb" dir="cw">
                                      <p:cBhvr override="childStyle">
                                        <p:cTn dur="1" fill="hold" display="0" masterRel="nextClick" afterEffect="1"/>
                                        <p:tgtEl>
                                          <p:spTgt spid="5"/>
                                        </p:tgtEl>
                                        <p:attrNameLst>
                                          <p:attrName>ppt_c</p:attrName>
                                        </p:attrNameLst>
                                      </p:cBhvr>
                                      <p:to>
                                        <a:schemeClr val="tx2"/>
                                      </p:to>
                                    </p:animClr>
                                  </p:sub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9"/>
                                        </p:tgtEl>
                                        <p:attrNameLst>
                                          <p:attrName>style.visibility</p:attrName>
                                        </p:attrNameLst>
                                      </p:cBhvr>
                                      <p:to>
                                        <p:strVal val="visible"/>
                                      </p:to>
                                    </p:set>
                                    <p:anim calcmode="lin" valueType="num">
                                      <p:cBhvr additive="base">
                                        <p:cTn id="13" dur="500" fill="hold"/>
                                        <p:tgtEl>
                                          <p:spTgt spid="9"/>
                                        </p:tgtEl>
                                        <p:attrNameLst>
                                          <p:attrName>ppt_x</p:attrName>
                                        </p:attrNameLst>
                                      </p:cBhvr>
                                      <p:tavLst>
                                        <p:tav tm="0">
                                          <p:val>
                                            <p:strVal val="#ppt_x"/>
                                          </p:val>
                                        </p:tav>
                                        <p:tav tm="100000">
                                          <p:val>
                                            <p:strVal val="#ppt_x"/>
                                          </p:val>
                                        </p:tav>
                                      </p:tavLst>
                                    </p:anim>
                                    <p:anim calcmode="lin" valueType="num">
                                      <p:cBhvr additive="base">
                                        <p:cTn id="14" dur="500" fill="hold"/>
                                        <p:tgtEl>
                                          <p:spTgt spid="9"/>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12"/>
                                        </p:tgtEl>
                                        <p:attrNameLst>
                                          <p:attrName>style.visibility</p:attrName>
                                        </p:attrNameLst>
                                      </p:cBhvr>
                                      <p:to>
                                        <p:strVal val="visible"/>
                                      </p:to>
                                    </p:set>
                                    <p:anim calcmode="lin" valueType="num">
                                      <p:cBhvr additive="base">
                                        <p:cTn id="19" dur="500" fill="hold"/>
                                        <p:tgtEl>
                                          <p:spTgt spid="12"/>
                                        </p:tgtEl>
                                        <p:attrNameLst>
                                          <p:attrName>ppt_x</p:attrName>
                                        </p:attrNameLst>
                                      </p:cBhvr>
                                      <p:tavLst>
                                        <p:tav tm="0">
                                          <p:val>
                                            <p:strVal val="#ppt_x"/>
                                          </p:val>
                                        </p:tav>
                                        <p:tav tm="100000">
                                          <p:val>
                                            <p:strVal val="#ppt_x"/>
                                          </p:val>
                                        </p:tav>
                                      </p:tavLst>
                                    </p:anim>
                                    <p:anim calcmode="lin" valueType="num">
                                      <p:cBhvr additive="base">
                                        <p:cTn id="20" dur="500" fill="hold"/>
                                        <p:tgtEl>
                                          <p:spTgt spid="1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直接连接符 29"/>
          <p:cNvSpPr/>
          <p:nvPr/>
        </p:nvSpPr>
        <p:spPr>
          <a:xfrm flipV="1">
            <a:off x="72708" y="948055"/>
            <a:ext cx="12045600" cy="9525"/>
          </a:xfrm>
          <a:prstGeom prst="line">
            <a:avLst/>
          </a:prstGeom>
          <a:ln w="136525" cap="sq" cmpd="sng">
            <a:solidFill>
              <a:srgbClr val="66CCFF"/>
            </a:solidFill>
            <a:prstDash val="solid"/>
            <a:miter/>
            <a:headEnd type="none" w="med" len="med"/>
            <a:tailEnd type="none" w="med" len="med"/>
          </a:ln>
        </p:spPr>
        <p:txBody>
          <a:bodyPr/>
          <a:lstStyle/>
          <a:p>
            <a:endParaRPr lang="zh-CN" altLang="en-US"/>
          </a:p>
        </p:txBody>
      </p:sp>
      <p:sp>
        <p:nvSpPr>
          <p:cNvPr id="4" name="右箭头 3"/>
          <p:cNvSpPr/>
          <p:nvPr/>
        </p:nvSpPr>
        <p:spPr>
          <a:xfrm>
            <a:off x="5231940" y="392430"/>
            <a:ext cx="504190" cy="167005"/>
          </a:xfrm>
          <a:prstGeom prst="rightArrow">
            <a:avLst/>
          </a:prstGeom>
          <a:solidFill>
            <a:schemeClr val="accent2">
              <a:lumMod val="40000"/>
              <a:lumOff val="60000"/>
            </a:schemeClr>
          </a:solidFill>
          <a:ln>
            <a:solidFill>
              <a:srgbClr val="7030A0"/>
            </a:solidFill>
          </a:ln>
        </p:spPr>
        <p:style>
          <a:lnRef idx="2">
            <a:schemeClr val="accent2">
              <a:shade val="50000"/>
            </a:schemeClr>
          </a:lnRef>
          <a:fillRef idx="1">
            <a:schemeClr val="accent2"/>
          </a:fillRef>
          <a:effectRef idx="0">
            <a:schemeClr val="accent2"/>
          </a:effectRef>
          <a:fontRef idx="minor">
            <a:schemeClr val="lt1"/>
          </a:fontRef>
        </p:style>
        <p:txBody>
          <a:bodyPr rtlCol="0" anchor="ctr">
            <a:scene3d>
              <a:camera prst="orthographicFront"/>
              <a:lightRig rig="threePt" dir="t"/>
            </a:scene3d>
          </a:bodyPr>
          <a:lstStyle/>
          <a:p>
            <a:pPr algn="ctr"/>
            <a:endParaRPr lang="zh-CN" altLang="en-US">
              <a:ln>
                <a:solidFill>
                  <a:sysClr val="windowText" lastClr="000000"/>
                </a:solidFill>
              </a:ln>
              <a:solidFill>
                <a:schemeClr val="accent6">
                  <a:lumMod val="60000"/>
                  <a:lumOff val="40000"/>
                </a:schemeClr>
              </a:solidFill>
              <a:effectLst/>
            </a:endParaRPr>
          </a:p>
        </p:txBody>
      </p:sp>
      <p:sp>
        <p:nvSpPr>
          <p:cNvPr id="13" name="TextBox 27"/>
          <p:cNvSpPr/>
          <p:nvPr/>
        </p:nvSpPr>
        <p:spPr>
          <a:xfrm>
            <a:off x="5951990" y="201295"/>
            <a:ext cx="6094730" cy="521970"/>
          </a:xfrm>
          <a:prstGeom prst="rect">
            <a:avLst/>
          </a:prstGeom>
          <a:noFill/>
          <a:ln w="9525">
            <a:noFill/>
          </a:ln>
        </p:spPr>
        <p:txBody>
          <a:bodyPr wrap="square">
            <a:spAutoFit/>
            <a:scene3d>
              <a:camera prst="orthographicFront"/>
              <a:lightRig rig="soft" dir="t">
                <a:rot lat="0" lon="0" rev="15600000"/>
              </a:lightRig>
            </a:scene3d>
            <a:sp3d extrusionH="57150" prstMaterial="softEdge">
              <a:bevelT w="25400" h="38100"/>
            </a:sp3d>
          </a:bodyPr>
          <a:lstStyle/>
          <a:p>
            <a:pPr lvl="0">
              <a:lnSpc>
                <a:spcPct val="100000"/>
              </a:lnSpc>
            </a:pPr>
            <a:r>
              <a:rPr lang="en-US" sz="2800" b="1" dirty="0">
                <a:solidFill>
                  <a:schemeClr val="accent4"/>
                </a:solidFill>
                <a:effectLst/>
                <a:latin typeface="微软雅黑" panose="020B0503020204020204" pitchFamily="2" charset="-122"/>
                <a:ea typeface="微软雅黑" panose="020B0503020204020204" pitchFamily="2" charset="-122"/>
                <a:sym typeface="微软雅黑" panose="020B0503020204020204" pitchFamily="2" charset="-122"/>
              </a:rPr>
              <a:t>5</a:t>
            </a:r>
            <a:r>
              <a:rPr lang="zh-CN" altLang="en-US" sz="2800" b="1" dirty="0">
                <a:solidFill>
                  <a:schemeClr val="accent4"/>
                </a:solidFill>
                <a:effectLst/>
                <a:latin typeface="微软雅黑" panose="020B0503020204020204" pitchFamily="2" charset="-122"/>
                <a:ea typeface="微软雅黑" panose="020B0503020204020204" pitchFamily="2" charset="-122"/>
                <a:sym typeface="微软雅黑" panose="020B0503020204020204" pitchFamily="2" charset="-122"/>
              </a:rPr>
              <a:t>.</a:t>
            </a:r>
            <a:r>
              <a:rPr lang="en-US" altLang="zh-CN" sz="2800" b="1">
                <a:solidFill>
                  <a:schemeClr val="accent4"/>
                </a:solidFill>
                <a:effectLst/>
                <a:latin typeface="微软雅黑" panose="020B0503020204020204" pitchFamily="2" charset="-122"/>
                <a:ea typeface="微软雅黑" panose="020B0503020204020204" pitchFamily="2" charset="-122"/>
                <a:sym typeface="微软雅黑" panose="020B0503020204020204" pitchFamily="2" charset="-122"/>
              </a:rPr>
              <a:t>2</a:t>
            </a:r>
            <a:r>
              <a:rPr lang="zh-CN" altLang="en-US" sz="2800" b="1">
                <a:solidFill>
                  <a:schemeClr val="accent4"/>
                </a:solidFill>
                <a:effectLst/>
                <a:latin typeface="微软雅黑" panose="020B0503020204020204" pitchFamily="2" charset="-122"/>
                <a:ea typeface="微软雅黑" panose="020B0503020204020204" pitchFamily="2" charset="-122"/>
                <a:sym typeface="微软雅黑" panose="020B0503020204020204" pitchFamily="2" charset="-122"/>
              </a:rPr>
              <a:t> </a:t>
            </a:r>
            <a:r>
              <a:rPr lang="zh-CN" altLang="en-US" sz="2800" b="1">
                <a:solidFill>
                  <a:schemeClr val="accent4"/>
                </a:solidFill>
                <a:latin typeface="微软雅黑" panose="020B0503020204020204" pitchFamily="2" charset="-122"/>
                <a:ea typeface="微软雅黑" panose="020B0503020204020204" pitchFamily="2" charset="-122"/>
                <a:sym typeface="微软雅黑" panose="020B0503020204020204" pitchFamily="2" charset="-122"/>
              </a:rPr>
              <a:t>评价指标</a:t>
            </a:r>
            <a:r>
              <a:rPr lang="zh-CN" altLang="en-US" sz="2800" b="1" dirty="0">
                <a:solidFill>
                  <a:schemeClr val="accent4"/>
                </a:solidFill>
                <a:latin typeface="微软雅黑" panose="020B0503020204020204" pitchFamily="2" charset="-122"/>
                <a:ea typeface="微软雅黑" panose="020B0503020204020204" pitchFamily="2" charset="-122"/>
                <a:sym typeface="微软雅黑" panose="020B0503020204020204" pitchFamily="2" charset="-122"/>
              </a:rPr>
              <a:t>体系的构建</a:t>
            </a:r>
            <a:endParaRPr lang="zh-CN" altLang="en-US" sz="2800" b="1" dirty="0">
              <a:solidFill>
                <a:schemeClr val="accent4"/>
              </a:solidFill>
              <a:effectLst/>
              <a:latin typeface="微软雅黑" panose="020B0503020204020204" pitchFamily="2" charset="-122"/>
              <a:ea typeface="微软雅黑" panose="020B0503020204020204" pitchFamily="2" charset="-122"/>
              <a:sym typeface="微软雅黑" panose="020B0503020204020204" pitchFamily="2" charset="-122"/>
            </a:endParaRPr>
          </a:p>
        </p:txBody>
      </p:sp>
      <p:sp>
        <p:nvSpPr>
          <p:cNvPr id="10" name="TextBox 28"/>
          <p:cNvSpPr/>
          <p:nvPr/>
        </p:nvSpPr>
        <p:spPr>
          <a:xfrm>
            <a:off x="191770" y="168910"/>
            <a:ext cx="5167630" cy="583565"/>
          </a:xfrm>
          <a:prstGeom prst="rect">
            <a:avLst/>
          </a:prstGeom>
          <a:noFill/>
          <a:ln w="9525">
            <a:noFill/>
          </a:ln>
        </p:spPr>
        <p:txBody>
          <a:bodyPr wrap="square">
            <a:spAutoFit/>
            <a:scene3d>
              <a:camera prst="orthographicFront"/>
              <a:lightRig rig="threePt" dir="t"/>
            </a:scene3d>
          </a:bodyPr>
          <a:lstStyle/>
          <a:p>
            <a:pPr lvl="0"/>
            <a:r>
              <a:rPr lang="en-US" altLang="zh-CN" sz="3200" b="1">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5</a:t>
            </a:r>
            <a:r>
              <a:rPr lang="zh-CN" altLang="en-US" sz="3200" b="1">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  </a:t>
            </a:r>
            <a:r>
              <a:rPr sz="3200" b="1">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综合分析及Python评价</a:t>
            </a:r>
            <a:endParaRPr lang="zh-CN" altLang="en-US" sz="3200" b="1">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endParaRPr>
          </a:p>
        </p:txBody>
      </p:sp>
      <p:sp>
        <p:nvSpPr>
          <p:cNvPr id="6" name="文本框 5"/>
          <p:cNvSpPr txBox="1"/>
          <p:nvPr/>
        </p:nvSpPr>
        <p:spPr>
          <a:xfrm>
            <a:off x="46990" y="1182370"/>
            <a:ext cx="10398125" cy="521970"/>
          </a:xfrm>
          <a:prstGeom prst="rect">
            <a:avLst/>
          </a:prstGeom>
          <a:noFill/>
        </p:spPr>
        <p:txBody>
          <a:bodyPr wrap="square" rtlCol="0" anchor="t">
            <a:spAutoFit/>
          </a:bodyPr>
          <a:lstStyle/>
          <a:p>
            <a:r>
              <a:rPr lang="zh-CN" altLang="en-US" sz="2800" b="1">
                <a:solidFill>
                  <a:srgbClr val="C00000"/>
                </a:solidFill>
              </a:rPr>
              <a:t>【例 5.1】续例</a:t>
            </a:r>
            <a:r>
              <a:rPr lang="en-US" altLang="zh-CN" sz="2800" b="1">
                <a:solidFill>
                  <a:srgbClr val="C00000"/>
                </a:solidFill>
              </a:rPr>
              <a:t> 3.1 居民平均消费水平综合评价指标体系</a:t>
            </a:r>
          </a:p>
        </p:txBody>
      </p:sp>
      <p:pic>
        <p:nvPicPr>
          <p:cNvPr id="11" name="图片 10"/>
          <p:cNvPicPr>
            <a:picLocks noChangeAspect="1"/>
          </p:cNvPicPr>
          <p:nvPr/>
        </p:nvPicPr>
        <p:blipFill>
          <a:blip r:embed="rId3"/>
          <a:stretch>
            <a:fillRect/>
          </a:stretch>
        </p:blipFill>
        <p:spPr>
          <a:xfrm>
            <a:off x="942975" y="2564765"/>
            <a:ext cx="9082405" cy="3986530"/>
          </a:xfrm>
          <a:prstGeom prst="rect">
            <a:avLst/>
          </a:prstGeom>
        </p:spPr>
      </p:pic>
      <p:sp>
        <p:nvSpPr>
          <p:cNvPr id="14" name="文本框 13"/>
          <p:cNvSpPr txBox="1"/>
          <p:nvPr/>
        </p:nvSpPr>
        <p:spPr>
          <a:xfrm>
            <a:off x="191770" y="1916430"/>
            <a:ext cx="10773410" cy="460375"/>
          </a:xfrm>
          <a:prstGeom prst="rect">
            <a:avLst/>
          </a:prstGeom>
          <a:noFill/>
        </p:spPr>
        <p:txBody>
          <a:bodyPr wrap="square" rtlCol="0" anchor="t">
            <a:spAutoFit/>
          </a:bodyPr>
          <a:lstStyle/>
          <a:p>
            <a:r>
              <a:rPr lang="zh-CN" altLang="en-US" sz="2400" b="1">
                <a:solidFill>
                  <a:schemeClr val="tx1"/>
                </a:solidFill>
              </a:rPr>
              <a:t>下面是我们将例 3.1 的指标重新组合，形成的居民消费支出综合评价指标体系。</a:t>
            </a:r>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 presetClass="entr" presetSubtype="4" fill="hold" nodeType="clickEffect">
                                  <p:stCondLst>
                                    <p:cond delay="0"/>
                                  </p:stCondLst>
                                  <p:childTnLst>
                                    <p:set>
                                      <p:cBhvr>
                                        <p:cTn id="10" dur="1" fill="hold">
                                          <p:stCondLst>
                                            <p:cond delay="0"/>
                                          </p:stCondLst>
                                        </p:cTn>
                                        <p:tgtEl>
                                          <p:spTgt spid="11"/>
                                        </p:tgtEl>
                                        <p:attrNameLst>
                                          <p:attrName>style.visibility</p:attrName>
                                        </p:attrNameLst>
                                      </p:cBhvr>
                                      <p:to>
                                        <p:strVal val="visible"/>
                                      </p:to>
                                    </p:set>
                                    <p:anim calcmode="lin" valueType="num">
                                      <p:cBhvr additive="base">
                                        <p:cTn id="11" dur="500" fill="hold"/>
                                        <p:tgtEl>
                                          <p:spTgt spid="11"/>
                                        </p:tgtEl>
                                        <p:attrNameLst>
                                          <p:attrName>ppt_x</p:attrName>
                                        </p:attrNameLst>
                                      </p:cBhvr>
                                      <p:tavLst>
                                        <p:tav tm="0">
                                          <p:val>
                                            <p:strVal val="#ppt_x"/>
                                          </p:val>
                                        </p:tav>
                                        <p:tav tm="100000">
                                          <p:val>
                                            <p:strVal val="#ppt_x"/>
                                          </p:val>
                                        </p:tav>
                                      </p:tavLst>
                                    </p:anim>
                                    <p:anim calcmode="lin" valueType="num">
                                      <p:cBhvr additive="base">
                                        <p:cTn id="12" dur="500" fill="hold"/>
                                        <p:tgtEl>
                                          <p:spTgt spid="1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P spid="14" grpId="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直接连接符 29"/>
          <p:cNvSpPr/>
          <p:nvPr/>
        </p:nvSpPr>
        <p:spPr>
          <a:xfrm flipV="1">
            <a:off x="72708" y="948055"/>
            <a:ext cx="12045600" cy="9525"/>
          </a:xfrm>
          <a:prstGeom prst="line">
            <a:avLst/>
          </a:prstGeom>
          <a:ln w="136525" cap="sq" cmpd="sng">
            <a:solidFill>
              <a:srgbClr val="66CCFF"/>
            </a:solidFill>
            <a:prstDash val="solid"/>
            <a:miter/>
            <a:headEnd type="none" w="med" len="med"/>
            <a:tailEnd type="none" w="med" len="med"/>
          </a:ln>
        </p:spPr>
        <p:txBody>
          <a:bodyPr/>
          <a:lstStyle/>
          <a:p>
            <a:endParaRPr lang="zh-CN" altLang="en-US"/>
          </a:p>
        </p:txBody>
      </p:sp>
      <p:sp>
        <p:nvSpPr>
          <p:cNvPr id="4" name="右箭头 3"/>
          <p:cNvSpPr/>
          <p:nvPr/>
        </p:nvSpPr>
        <p:spPr>
          <a:xfrm>
            <a:off x="5231940" y="392430"/>
            <a:ext cx="504190" cy="167005"/>
          </a:xfrm>
          <a:prstGeom prst="rightArrow">
            <a:avLst/>
          </a:prstGeom>
          <a:solidFill>
            <a:schemeClr val="accent2">
              <a:lumMod val="40000"/>
              <a:lumOff val="60000"/>
            </a:schemeClr>
          </a:solidFill>
          <a:ln>
            <a:solidFill>
              <a:srgbClr val="7030A0"/>
            </a:solidFill>
          </a:ln>
        </p:spPr>
        <p:style>
          <a:lnRef idx="2">
            <a:schemeClr val="accent2">
              <a:shade val="50000"/>
            </a:schemeClr>
          </a:lnRef>
          <a:fillRef idx="1">
            <a:schemeClr val="accent2"/>
          </a:fillRef>
          <a:effectRef idx="0">
            <a:schemeClr val="accent2"/>
          </a:effectRef>
          <a:fontRef idx="minor">
            <a:schemeClr val="lt1"/>
          </a:fontRef>
        </p:style>
        <p:txBody>
          <a:bodyPr rtlCol="0" anchor="ctr">
            <a:scene3d>
              <a:camera prst="orthographicFront"/>
              <a:lightRig rig="threePt" dir="t"/>
            </a:scene3d>
          </a:bodyPr>
          <a:lstStyle/>
          <a:p>
            <a:pPr algn="ctr"/>
            <a:endParaRPr lang="zh-CN" altLang="en-US">
              <a:ln>
                <a:solidFill>
                  <a:sysClr val="windowText" lastClr="000000"/>
                </a:solidFill>
              </a:ln>
              <a:solidFill>
                <a:schemeClr val="accent6">
                  <a:lumMod val="60000"/>
                  <a:lumOff val="40000"/>
                </a:schemeClr>
              </a:solidFill>
              <a:effectLst/>
            </a:endParaRPr>
          </a:p>
        </p:txBody>
      </p:sp>
      <p:sp>
        <p:nvSpPr>
          <p:cNvPr id="13" name="TextBox 27"/>
          <p:cNvSpPr/>
          <p:nvPr/>
        </p:nvSpPr>
        <p:spPr>
          <a:xfrm>
            <a:off x="5951990" y="201295"/>
            <a:ext cx="6094730" cy="521970"/>
          </a:xfrm>
          <a:prstGeom prst="rect">
            <a:avLst/>
          </a:prstGeom>
          <a:noFill/>
          <a:ln w="9525">
            <a:noFill/>
          </a:ln>
        </p:spPr>
        <p:txBody>
          <a:bodyPr wrap="square">
            <a:spAutoFit/>
            <a:scene3d>
              <a:camera prst="orthographicFront"/>
              <a:lightRig rig="soft" dir="t">
                <a:rot lat="0" lon="0" rev="15600000"/>
              </a:lightRig>
            </a:scene3d>
            <a:sp3d extrusionH="57150" prstMaterial="softEdge">
              <a:bevelT w="25400" h="38100"/>
            </a:sp3d>
          </a:bodyPr>
          <a:lstStyle/>
          <a:p>
            <a:pPr lvl="0">
              <a:lnSpc>
                <a:spcPct val="100000"/>
              </a:lnSpc>
            </a:pPr>
            <a:r>
              <a:rPr lang="en-US" sz="2800" b="1" dirty="0">
                <a:solidFill>
                  <a:schemeClr val="accent4"/>
                </a:solidFill>
                <a:effectLst/>
                <a:latin typeface="微软雅黑" panose="020B0503020204020204" pitchFamily="2" charset="-122"/>
                <a:ea typeface="微软雅黑" panose="020B0503020204020204" pitchFamily="2" charset="-122"/>
                <a:sym typeface="微软雅黑" panose="020B0503020204020204" pitchFamily="2" charset="-122"/>
              </a:rPr>
              <a:t>5</a:t>
            </a:r>
            <a:r>
              <a:rPr lang="zh-CN" altLang="en-US" sz="2800" b="1" dirty="0">
                <a:solidFill>
                  <a:schemeClr val="accent4"/>
                </a:solidFill>
                <a:effectLst/>
                <a:latin typeface="微软雅黑" panose="020B0503020204020204" pitchFamily="2" charset="-122"/>
                <a:ea typeface="微软雅黑" panose="020B0503020204020204" pitchFamily="2" charset="-122"/>
                <a:sym typeface="微软雅黑" panose="020B0503020204020204" pitchFamily="2" charset="-122"/>
              </a:rPr>
              <a:t>.</a:t>
            </a:r>
            <a:r>
              <a:rPr lang="en-US" altLang="zh-CN" sz="2800" b="1">
                <a:solidFill>
                  <a:schemeClr val="accent4"/>
                </a:solidFill>
                <a:effectLst/>
                <a:latin typeface="微软雅黑" panose="020B0503020204020204" pitchFamily="2" charset="-122"/>
                <a:ea typeface="微软雅黑" panose="020B0503020204020204" pitchFamily="2" charset="-122"/>
                <a:sym typeface="微软雅黑" panose="020B0503020204020204" pitchFamily="2" charset="-122"/>
              </a:rPr>
              <a:t>2</a:t>
            </a:r>
            <a:r>
              <a:rPr lang="zh-CN" altLang="en-US" sz="2800" b="1">
                <a:solidFill>
                  <a:schemeClr val="accent4"/>
                </a:solidFill>
                <a:effectLst/>
                <a:latin typeface="微软雅黑" panose="020B0503020204020204" pitchFamily="2" charset="-122"/>
                <a:ea typeface="微软雅黑" panose="020B0503020204020204" pitchFamily="2" charset="-122"/>
                <a:sym typeface="微软雅黑" panose="020B0503020204020204" pitchFamily="2" charset="-122"/>
              </a:rPr>
              <a:t> </a:t>
            </a:r>
            <a:r>
              <a:rPr lang="zh-CN" altLang="en-US" sz="2800" b="1">
                <a:solidFill>
                  <a:schemeClr val="accent4"/>
                </a:solidFill>
                <a:latin typeface="微软雅黑" panose="020B0503020204020204" pitchFamily="2" charset="-122"/>
                <a:ea typeface="微软雅黑" panose="020B0503020204020204" pitchFamily="2" charset="-122"/>
                <a:sym typeface="微软雅黑" panose="020B0503020204020204" pitchFamily="2" charset="-122"/>
              </a:rPr>
              <a:t>评价指标</a:t>
            </a:r>
            <a:r>
              <a:rPr lang="zh-CN" altLang="en-US" sz="2800" b="1" dirty="0">
                <a:solidFill>
                  <a:schemeClr val="accent4"/>
                </a:solidFill>
                <a:latin typeface="微软雅黑" panose="020B0503020204020204" pitchFamily="2" charset="-122"/>
                <a:ea typeface="微软雅黑" panose="020B0503020204020204" pitchFamily="2" charset="-122"/>
                <a:sym typeface="微软雅黑" panose="020B0503020204020204" pitchFamily="2" charset="-122"/>
              </a:rPr>
              <a:t>体系的构建</a:t>
            </a:r>
            <a:endParaRPr lang="zh-CN" altLang="en-US" sz="2800" b="1" dirty="0">
              <a:solidFill>
                <a:schemeClr val="accent4"/>
              </a:solidFill>
              <a:effectLst/>
              <a:latin typeface="微软雅黑" panose="020B0503020204020204" pitchFamily="2" charset="-122"/>
              <a:ea typeface="微软雅黑" panose="020B0503020204020204" pitchFamily="2" charset="-122"/>
              <a:sym typeface="微软雅黑" panose="020B0503020204020204" pitchFamily="2" charset="-122"/>
            </a:endParaRPr>
          </a:p>
        </p:txBody>
      </p:sp>
      <p:sp>
        <p:nvSpPr>
          <p:cNvPr id="10" name="TextBox 28"/>
          <p:cNvSpPr/>
          <p:nvPr/>
        </p:nvSpPr>
        <p:spPr>
          <a:xfrm>
            <a:off x="191770" y="168910"/>
            <a:ext cx="5167630" cy="583565"/>
          </a:xfrm>
          <a:prstGeom prst="rect">
            <a:avLst/>
          </a:prstGeom>
          <a:noFill/>
          <a:ln w="9525">
            <a:noFill/>
          </a:ln>
        </p:spPr>
        <p:txBody>
          <a:bodyPr wrap="square">
            <a:spAutoFit/>
            <a:scene3d>
              <a:camera prst="orthographicFront"/>
              <a:lightRig rig="threePt" dir="t"/>
            </a:scene3d>
          </a:bodyPr>
          <a:lstStyle/>
          <a:p>
            <a:pPr lvl="0"/>
            <a:r>
              <a:rPr lang="en-US" altLang="zh-CN" sz="3200" b="1">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5</a:t>
            </a:r>
            <a:r>
              <a:rPr lang="zh-CN" altLang="en-US" sz="3200" b="1">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  </a:t>
            </a:r>
            <a:r>
              <a:rPr sz="3200" b="1">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综合分析及Python评价</a:t>
            </a:r>
            <a:endParaRPr lang="zh-CN" altLang="en-US" sz="3200" b="1">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endParaRPr>
          </a:p>
        </p:txBody>
      </p:sp>
      <p:pic>
        <p:nvPicPr>
          <p:cNvPr id="15" name="图片 14"/>
          <p:cNvPicPr>
            <a:picLocks noChangeAspect="1"/>
          </p:cNvPicPr>
          <p:nvPr/>
        </p:nvPicPr>
        <p:blipFill>
          <a:blip r:embed="rId3"/>
          <a:stretch>
            <a:fillRect/>
          </a:stretch>
        </p:blipFill>
        <p:spPr>
          <a:xfrm>
            <a:off x="1776095" y="1125220"/>
            <a:ext cx="7439025" cy="1243330"/>
          </a:xfrm>
          <a:prstGeom prst="rect">
            <a:avLst/>
          </a:prstGeom>
        </p:spPr>
      </p:pic>
      <p:pic>
        <p:nvPicPr>
          <p:cNvPr id="19" name="图片 18"/>
          <p:cNvPicPr>
            <a:picLocks noChangeAspect="1"/>
          </p:cNvPicPr>
          <p:nvPr/>
        </p:nvPicPr>
        <p:blipFill>
          <a:blip r:embed="rId4"/>
          <a:stretch>
            <a:fillRect/>
          </a:stretch>
        </p:blipFill>
        <p:spPr>
          <a:xfrm>
            <a:off x="1776095" y="2421255"/>
            <a:ext cx="7472680" cy="3786505"/>
          </a:xfrm>
          <a:prstGeom prst="rect">
            <a:avLst/>
          </a:prstGeom>
        </p:spPr>
      </p:pic>
      <p:pic>
        <p:nvPicPr>
          <p:cNvPr id="20" name="图片 19"/>
          <p:cNvPicPr>
            <a:picLocks noChangeAspect="1"/>
          </p:cNvPicPr>
          <p:nvPr/>
        </p:nvPicPr>
        <p:blipFill>
          <a:blip r:embed="rId5"/>
          <a:stretch>
            <a:fillRect/>
          </a:stretch>
        </p:blipFill>
        <p:spPr>
          <a:xfrm>
            <a:off x="2352040" y="2925445"/>
            <a:ext cx="6896100" cy="3538855"/>
          </a:xfrm>
          <a:prstGeom prst="rect">
            <a:avLst/>
          </a:prstGeom>
        </p:spPr>
      </p:pic>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5"/>
                                        </p:tgtEl>
                                        <p:attrNameLst>
                                          <p:attrName>style.visibility</p:attrName>
                                        </p:attrNameLst>
                                      </p:cBhvr>
                                      <p:to>
                                        <p:strVal val="visible"/>
                                      </p:to>
                                    </p:set>
                                    <p:anim calcmode="lin" valueType="num">
                                      <p:cBhvr additive="base">
                                        <p:cTn id="7" dur="500" fill="hold"/>
                                        <p:tgtEl>
                                          <p:spTgt spid="15"/>
                                        </p:tgtEl>
                                        <p:attrNameLst>
                                          <p:attrName>ppt_x</p:attrName>
                                        </p:attrNameLst>
                                      </p:cBhvr>
                                      <p:tavLst>
                                        <p:tav tm="0">
                                          <p:val>
                                            <p:strVal val="#ppt_x"/>
                                          </p:val>
                                        </p:tav>
                                        <p:tav tm="100000">
                                          <p:val>
                                            <p:strVal val="#ppt_x"/>
                                          </p:val>
                                        </p:tav>
                                      </p:tavLst>
                                    </p:anim>
                                    <p:anim calcmode="lin" valueType="num">
                                      <p:cBhvr additive="base">
                                        <p:cTn id="8" dur="500" fill="hold"/>
                                        <p:tgtEl>
                                          <p:spTgt spid="15"/>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19"/>
                                        </p:tgtEl>
                                        <p:attrNameLst>
                                          <p:attrName>style.visibility</p:attrName>
                                        </p:attrNameLst>
                                      </p:cBhvr>
                                      <p:to>
                                        <p:strVal val="visible"/>
                                      </p:to>
                                    </p:set>
                                    <p:anim calcmode="lin" valueType="num">
                                      <p:cBhvr additive="base">
                                        <p:cTn id="13" dur="500" fill="hold"/>
                                        <p:tgtEl>
                                          <p:spTgt spid="19"/>
                                        </p:tgtEl>
                                        <p:attrNameLst>
                                          <p:attrName>ppt_x</p:attrName>
                                        </p:attrNameLst>
                                      </p:cBhvr>
                                      <p:tavLst>
                                        <p:tav tm="0">
                                          <p:val>
                                            <p:strVal val="#ppt_x"/>
                                          </p:val>
                                        </p:tav>
                                        <p:tav tm="100000">
                                          <p:val>
                                            <p:strVal val="#ppt_x"/>
                                          </p:val>
                                        </p:tav>
                                      </p:tavLst>
                                    </p:anim>
                                    <p:anim calcmode="lin" valueType="num">
                                      <p:cBhvr additive="base">
                                        <p:cTn id="14" dur="500" fill="hold"/>
                                        <p:tgtEl>
                                          <p:spTgt spid="19"/>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20"/>
                                        </p:tgtEl>
                                        <p:attrNameLst>
                                          <p:attrName>style.visibility</p:attrName>
                                        </p:attrNameLst>
                                      </p:cBhvr>
                                      <p:to>
                                        <p:strVal val="visible"/>
                                      </p:to>
                                    </p:set>
                                    <p:anim calcmode="lin" valueType="num">
                                      <p:cBhvr additive="base">
                                        <p:cTn id="19" dur="500" fill="hold"/>
                                        <p:tgtEl>
                                          <p:spTgt spid="20"/>
                                        </p:tgtEl>
                                        <p:attrNameLst>
                                          <p:attrName>ppt_x</p:attrName>
                                        </p:attrNameLst>
                                      </p:cBhvr>
                                      <p:tavLst>
                                        <p:tav tm="0">
                                          <p:val>
                                            <p:strVal val="#ppt_x"/>
                                          </p:val>
                                        </p:tav>
                                        <p:tav tm="100000">
                                          <p:val>
                                            <p:strVal val="#ppt_x"/>
                                          </p:val>
                                        </p:tav>
                                      </p:tavLst>
                                    </p:anim>
                                    <p:anim calcmode="lin" valueType="num">
                                      <p:cBhvr additive="base">
                                        <p:cTn id="20" dur="500" fill="hold"/>
                                        <p:tgtEl>
                                          <p:spTgt spid="2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直接连接符 29"/>
          <p:cNvSpPr/>
          <p:nvPr/>
        </p:nvSpPr>
        <p:spPr>
          <a:xfrm flipV="1">
            <a:off x="72708" y="948055"/>
            <a:ext cx="12045600" cy="9525"/>
          </a:xfrm>
          <a:prstGeom prst="line">
            <a:avLst/>
          </a:prstGeom>
          <a:ln w="136525" cap="sq" cmpd="sng">
            <a:solidFill>
              <a:srgbClr val="66CCFF"/>
            </a:solidFill>
            <a:prstDash val="solid"/>
            <a:miter/>
            <a:headEnd type="none" w="med" len="med"/>
            <a:tailEnd type="none" w="med" len="med"/>
          </a:ln>
        </p:spPr>
        <p:txBody>
          <a:bodyPr/>
          <a:lstStyle/>
          <a:p>
            <a:endParaRPr lang="zh-CN" altLang="en-US"/>
          </a:p>
        </p:txBody>
      </p:sp>
      <p:sp>
        <p:nvSpPr>
          <p:cNvPr id="4" name="右箭头 3"/>
          <p:cNvSpPr/>
          <p:nvPr/>
        </p:nvSpPr>
        <p:spPr>
          <a:xfrm>
            <a:off x="5231940" y="392430"/>
            <a:ext cx="504190" cy="167005"/>
          </a:xfrm>
          <a:prstGeom prst="rightArrow">
            <a:avLst/>
          </a:prstGeom>
          <a:solidFill>
            <a:schemeClr val="accent2">
              <a:lumMod val="40000"/>
              <a:lumOff val="60000"/>
            </a:schemeClr>
          </a:solidFill>
          <a:ln>
            <a:solidFill>
              <a:srgbClr val="7030A0"/>
            </a:solidFill>
          </a:ln>
        </p:spPr>
        <p:style>
          <a:lnRef idx="2">
            <a:schemeClr val="accent2">
              <a:shade val="50000"/>
            </a:schemeClr>
          </a:lnRef>
          <a:fillRef idx="1">
            <a:schemeClr val="accent2"/>
          </a:fillRef>
          <a:effectRef idx="0">
            <a:schemeClr val="accent2"/>
          </a:effectRef>
          <a:fontRef idx="minor">
            <a:schemeClr val="lt1"/>
          </a:fontRef>
        </p:style>
        <p:txBody>
          <a:bodyPr rtlCol="0" anchor="ctr">
            <a:scene3d>
              <a:camera prst="orthographicFront"/>
              <a:lightRig rig="threePt" dir="t"/>
            </a:scene3d>
          </a:bodyPr>
          <a:lstStyle/>
          <a:p>
            <a:pPr algn="ctr"/>
            <a:endParaRPr lang="zh-CN" altLang="en-US">
              <a:ln>
                <a:solidFill>
                  <a:sysClr val="windowText" lastClr="000000"/>
                </a:solidFill>
              </a:ln>
              <a:solidFill>
                <a:schemeClr val="accent6">
                  <a:lumMod val="60000"/>
                  <a:lumOff val="40000"/>
                </a:schemeClr>
              </a:solidFill>
              <a:effectLst/>
            </a:endParaRPr>
          </a:p>
        </p:txBody>
      </p:sp>
      <p:sp>
        <p:nvSpPr>
          <p:cNvPr id="13" name="TextBox 27"/>
          <p:cNvSpPr/>
          <p:nvPr/>
        </p:nvSpPr>
        <p:spPr>
          <a:xfrm>
            <a:off x="5951990" y="201295"/>
            <a:ext cx="6094730" cy="521970"/>
          </a:xfrm>
          <a:prstGeom prst="rect">
            <a:avLst/>
          </a:prstGeom>
          <a:noFill/>
          <a:ln w="9525">
            <a:noFill/>
          </a:ln>
        </p:spPr>
        <p:txBody>
          <a:bodyPr wrap="square">
            <a:spAutoFit/>
            <a:scene3d>
              <a:camera prst="orthographicFront"/>
              <a:lightRig rig="soft" dir="t">
                <a:rot lat="0" lon="0" rev="15600000"/>
              </a:lightRig>
            </a:scene3d>
            <a:sp3d extrusionH="57150" prstMaterial="softEdge">
              <a:bevelT w="25400" h="38100"/>
            </a:sp3d>
          </a:bodyPr>
          <a:lstStyle/>
          <a:p>
            <a:pPr lvl="0">
              <a:lnSpc>
                <a:spcPct val="100000"/>
              </a:lnSpc>
            </a:pPr>
            <a:r>
              <a:rPr lang="en-US" sz="2800" b="1" dirty="0">
                <a:solidFill>
                  <a:schemeClr val="accent4"/>
                </a:solidFill>
                <a:effectLst/>
                <a:latin typeface="微软雅黑" panose="020B0503020204020204" pitchFamily="2" charset="-122"/>
                <a:ea typeface="微软雅黑" panose="020B0503020204020204" pitchFamily="2" charset="-122"/>
                <a:sym typeface="微软雅黑" panose="020B0503020204020204" pitchFamily="2" charset="-122"/>
              </a:rPr>
              <a:t>5</a:t>
            </a:r>
            <a:r>
              <a:rPr lang="zh-CN" altLang="en-US" sz="2800" b="1" dirty="0">
                <a:solidFill>
                  <a:schemeClr val="accent4"/>
                </a:solidFill>
                <a:effectLst/>
                <a:latin typeface="微软雅黑" panose="020B0503020204020204" pitchFamily="2" charset="-122"/>
                <a:ea typeface="微软雅黑" panose="020B0503020204020204" pitchFamily="2" charset="-122"/>
                <a:sym typeface="微软雅黑" panose="020B0503020204020204" pitchFamily="2" charset="-122"/>
              </a:rPr>
              <a:t>.</a:t>
            </a:r>
            <a:r>
              <a:rPr lang="en-US" altLang="zh-CN" sz="2800" b="1">
                <a:solidFill>
                  <a:schemeClr val="accent4"/>
                </a:solidFill>
                <a:effectLst/>
                <a:latin typeface="微软雅黑" panose="020B0503020204020204" pitchFamily="2" charset="-122"/>
                <a:ea typeface="微软雅黑" panose="020B0503020204020204" pitchFamily="2" charset="-122"/>
                <a:sym typeface="微软雅黑" panose="020B0503020204020204" pitchFamily="2" charset="-122"/>
              </a:rPr>
              <a:t>3</a:t>
            </a:r>
            <a:r>
              <a:rPr lang="zh-CN" altLang="en-US" sz="2800" b="1">
                <a:solidFill>
                  <a:schemeClr val="accent4"/>
                </a:solidFill>
                <a:effectLst/>
                <a:latin typeface="微软雅黑" panose="020B0503020204020204" pitchFamily="2" charset="-122"/>
                <a:ea typeface="微软雅黑" panose="020B0503020204020204" pitchFamily="2" charset="-122"/>
                <a:sym typeface="微软雅黑" panose="020B0503020204020204" pitchFamily="2" charset="-122"/>
              </a:rPr>
              <a:t> </a:t>
            </a:r>
            <a:r>
              <a:rPr lang="zh-CN" altLang="en-US" sz="2800" b="1">
                <a:solidFill>
                  <a:schemeClr val="accent4"/>
                </a:solidFill>
                <a:latin typeface="微软雅黑" panose="020B0503020204020204" pitchFamily="2" charset="-122"/>
                <a:ea typeface="微软雅黑" panose="020B0503020204020204" pitchFamily="2" charset="-122"/>
                <a:sym typeface="微软雅黑" panose="020B0503020204020204" pitchFamily="2" charset="-122"/>
              </a:rPr>
              <a:t>数据无量纲化及权重确定</a:t>
            </a:r>
          </a:p>
        </p:txBody>
      </p:sp>
      <p:sp>
        <p:nvSpPr>
          <p:cNvPr id="10" name="TextBox 28"/>
          <p:cNvSpPr/>
          <p:nvPr/>
        </p:nvSpPr>
        <p:spPr>
          <a:xfrm>
            <a:off x="191770" y="168910"/>
            <a:ext cx="5167630" cy="583565"/>
          </a:xfrm>
          <a:prstGeom prst="rect">
            <a:avLst/>
          </a:prstGeom>
          <a:noFill/>
          <a:ln w="9525">
            <a:noFill/>
          </a:ln>
        </p:spPr>
        <p:txBody>
          <a:bodyPr wrap="square">
            <a:spAutoFit/>
            <a:scene3d>
              <a:camera prst="orthographicFront"/>
              <a:lightRig rig="threePt" dir="t"/>
            </a:scene3d>
          </a:bodyPr>
          <a:lstStyle/>
          <a:p>
            <a:pPr lvl="0"/>
            <a:r>
              <a:rPr lang="en-US" altLang="zh-CN" sz="3200" b="1">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5</a:t>
            </a:r>
            <a:r>
              <a:rPr lang="zh-CN" altLang="en-US" sz="3200" b="1">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  </a:t>
            </a:r>
            <a:r>
              <a:rPr sz="3200" b="1">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综合分析及Python评价</a:t>
            </a:r>
            <a:endParaRPr lang="zh-CN" altLang="en-US" sz="3200" b="1">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endParaRPr>
          </a:p>
        </p:txBody>
      </p:sp>
      <p:sp>
        <p:nvSpPr>
          <p:cNvPr id="5" name="文本框 4"/>
          <p:cNvSpPr txBox="1"/>
          <p:nvPr/>
        </p:nvSpPr>
        <p:spPr>
          <a:xfrm>
            <a:off x="407670" y="1341120"/>
            <a:ext cx="7406640" cy="521970"/>
          </a:xfrm>
          <a:prstGeom prst="rect">
            <a:avLst/>
          </a:prstGeom>
          <a:noFill/>
        </p:spPr>
        <p:txBody>
          <a:bodyPr wrap="square" rtlCol="0" anchor="t">
            <a:spAutoFit/>
          </a:bodyPr>
          <a:lstStyle/>
          <a:p>
            <a:r>
              <a:rPr lang="zh-CN" altLang="en-US" sz="2800" b="1">
                <a:solidFill>
                  <a:srgbClr val="C00000"/>
                </a:solidFill>
              </a:rPr>
              <a:t> 有</a:t>
            </a:r>
            <a:r>
              <a:rPr lang="zh-CN" altLang="en-US" sz="2800" b="1">
                <a:solidFill>
                  <a:srgbClr val="C00000"/>
                </a:solidFill>
                <a:sym typeface="+mn-ea"/>
              </a:rPr>
              <a:t>量纲指标评价方法</a:t>
            </a:r>
          </a:p>
        </p:txBody>
      </p:sp>
      <p:pic>
        <p:nvPicPr>
          <p:cNvPr id="9" name="图片 8"/>
          <p:cNvPicPr>
            <a:picLocks noChangeAspect="1"/>
          </p:cNvPicPr>
          <p:nvPr/>
        </p:nvPicPr>
        <p:blipFill>
          <a:blip r:embed="rId3"/>
          <a:stretch>
            <a:fillRect/>
          </a:stretch>
        </p:blipFill>
        <p:spPr>
          <a:xfrm>
            <a:off x="407670" y="2258695"/>
            <a:ext cx="10704830" cy="2143760"/>
          </a:xfrm>
          <a:prstGeom prst="rect">
            <a:avLst/>
          </a:prstGeom>
        </p:spPr>
      </p:pic>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additive="base">
                                        <p:cTn id="7" dur="500" fill="hold"/>
                                        <p:tgtEl>
                                          <p:spTgt spid="9"/>
                                        </p:tgtEl>
                                        <p:attrNameLst>
                                          <p:attrName>ppt_x</p:attrName>
                                        </p:attrNameLst>
                                      </p:cBhvr>
                                      <p:tavLst>
                                        <p:tav tm="0">
                                          <p:val>
                                            <p:strVal val="#ppt_x"/>
                                          </p:val>
                                        </p:tav>
                                        <p:tav tm="100000">
                                          <p:val>
                                            <p:strVal val="#ppt_x"/>
                                          </p:val>
                                        </p:tav>
                                      </p:tavLst>
                                    </p:anim>
                                    <p:anim calcmode="lin" valueType="num">
                                      <p:cBhvr additive="base">
                                        <p:cTn id="8" dur="500" fill="hold"/>
                                        <p:tgtEl>
                                          <p:spTgt spid="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直接连接符 29"/>
          <p:cNvSpPr/>
          <p:nvPr/>
        </p:nvSpPr>
        <p:spPr>
          <a:xfrm flipV="1">
            <a:off x="72708" y="948055"/>
            <a:ext cx="12045600" cy="9525"/>
          </a:xfrm>
          <a:prstGeom prst="line">
            <a:avLst/>
          </a:prstGeom>
          <a:ln w="136525" cap="sq" cmpd="sng">
            <a:solidFill>
              <a:srgbClr val="66CCFF"/>
            </a:solidFill>
            <a:prstDash val="solid"/>
            <a:miter/>
            <a:headEnd type="none" w="med" len="med"/>
            <a:tailEnd type="none" w="med" len="med"/>
          </a:ln>
        </p:spPr>
        <p:txBody>
          <a:bodyPr/>
          <a:lstStyle/>
          <a:p>
            <a:endParaRPr lang="zh-CN" altLang="en-US"/>
          </a:p>
        </p:txBody>
      </p:sp>
      <p:sp>
        <p:nvSpPr>
          <p:cNvPr id="4" name="右箭头 3"/>
          <p:cNvSpPr/>
          <p:nvPr/>
        </p:nvSpPr>
        <p:spPr>
          <a:xfrm>
            <a:off x="5231940" y="392430"/>
            <a:ext cx="504190" cy="167005"/>
          </a:xfrm>
          <a:prstGeom prst="rightArrow">
            <a:avLst/>
          </a:prstGeom>
          <a:solidFill>
            <a:schemeClr val="accent2">
              <a:lumMod val="40000"/>
              <a:lumOff val="60000"/>
            </a:schemeClr>
          </a:solidFill>
          <a:ln>
            <a:solidFill>
              <a:srgbClr val="7030A0"/>
            </a:solidFill>
          </a:ln>
        </p:spPr>
        <p:style>
          <a:lnRef idx="2">
            <a:schemeClr val="accent2">
              <a:shade val="50000"/>
            </a:schemeClr>
          </a:lnRef>
          <a:fillRef idx="1">
            <a:schemeClr val="accent2"/>
          </a:fillRef>
          <a:effectRef idx="0">
            <a:schemeClr val="accent2"/>
          </a:effectRef>
          <a:fontRef idx="minor">
            <a:schemeClr val="lt1"/>
          </a:fontRef>
        </p:style>
        <p:txBody>
          <a:bodyPr rtlCol="0" anchor="ctr">
            <a:scene3d>
              <a:camera prst="orthographicFront"/>
              <a:lightRig rig="threePt" dir="t"/>
            </a:scene3d>
          </a:bodyPr>
          <a:lstStyle/>
          <a:p>
            <a:pPr algn="ctr"/>
            <a:endParaRPr lang="zh-CN" altLang="en-US">
              <a:ln>
                <a:solidFill>
                  <a:sysClr val="windowText" lastClr="000000"/>
                </a:solidFill>
              </a:ln>
              <a:solidFill>
                <a:schemeClr val="accent6">
                  <a:lumMod val="60000"/>
                  <a:lumOff val="40000"/>
                </a:schemeClr>
              </a:solidFill>
              <a:effectLst/>
            </a:endParaRPr>
          </a:p>
        </p:txBody>
      </p:sp>
      <p:sp>
        <p:nvSpPr>
          <p:cNvPr id="13" name="TextBox 27"/>
          <p:cNvSpPr/>
          <p:nvPr/>
        </p:nvSpPr>
        <p:spPr>
          <a:xfrm>
            <a:off x="5951990" y="201295"/>
            <a:ext cx="6094730" cy="521970"/>
          </a:xfrm>
          <a:prstGeom prst="rect">
            <a:avLst/>
          </a:prstGeom>
          <a:noFill/>
          <a:ln w="9525">
            <a:noFill/>
          </a:ln>
        </p:spPr>
        <p:txBody>
          <a:bodyPr wrap="square">
            <a:spAutoFit/>
            <a:scene3d>
              <a:camera prst="orthographicFront"/>
              <a:lightRig rig="soft" dir="t">
                <a:rot lat="0" lon="0" rev="15600000"/>
              </a:lightRig>
            </a:scene3d>
            <a:sp3d extrusionH="57150" prstMaterial="softEdge">
              <a:bevelT w="25400" h="38100"/>
            </a:sp3d>
          </a:bodyPr>
          <a:lstStyle/>
          <a:p>
            <a:pPr lvl="0">
              <a:lnSpc>
                <a:spcPct val="100000"/>
              </a:lnSpc>
            </a:pPr>
            <a:r>
              <a:rPr lang="en-US" sz="2800" b="1" dirty="0">
                <a:solidFill>
                  <a:schemeClr val="accent4"/>
                </a:solidFill>
                <a:effectLst/>
                <a:latin typeface="微软雅黑" panose="020B0503020204020204" pitchFamily="2" charset="-122"/>
                <a:ea typeface="微软雅黑" panose="020B0503020204020204" pitchFamily="2" charset="-122"/>
                <a:sym typeface="微软雅黑" panose="020B0503020204020204" pitchFamily="2" charset="-122"/>
              </a:rPr>
              <a:t>5</a:t>
            </a:r>
            <a:r>
              <a:rPr lang="zh-CN" altLang="en-US" sz="2800" b="1" dirty="0">
                <a:solidFill>
                  <a:schemeClr val="accent4"/>
                </a:solidFill>
                <a:effectLst/>
                <a:latin typeface="微软雅黑" panose="020B0503020204020204" pitchFamily="2" charset="-122"/>
                <a:ea typeface="微软雅黑" panose="020B0503020204020204" pitchFamily="2" charset="-122"/>
                <a:sym typeface="微软雅黑" panose="020B0503020204020204" pitchFamily="2" charset="-122"/>
              </a:rPr>
              <a:t>.</a:t>
            </a:r>
            <a:r>
              <a:rPr lang="en-US" altLang="zh-CN" sz="2800" b="1">
                <a:solidFill>
                  <a:schemeClr val="accent4"/>
                </a:solidFill>
                <a:effectLst/>
                <a:latin typeface="微软雅黑" panose="020B0503020204020204" pitchFamily="2" charset="-122"/>
                <a:ea typeface="微软雅黑" panose="020B0503020204020204" pitchFamily="2" charset="-122"/>
                <a:sym typeface="微软雅黑" panose="020B0503020204020204" pitchFamily="2" charset="-122"/>
              </a:rPr>
              <a:t>3</a:t>
            </a:r>
            <a:r>
              <a:rPr lang="zh-CN" altLang="en-US" sz="2800" b="1">
                <a:solidFill>
                  <a:schemeClr val="accent4"/>
                </a:solidFill>
                <a:effectLst/>
                <a:latin typeface="微软雅黑" panose="020B0503020204020204" pitchFamily="2" charset="-122"/>
                <a:ea typeface="微软雅黑" panose="020B0503020204020204" pitchFamily="2" charset="-122"/>
                <a:sym typeface="微软雅黑" panose="020B0503020204020204" pitchFamily="2" charset="-122"/>
              </a:rPr>
              <a:t> </a:t>
            </a:r>
            <a:r>
              <a:rPr lang="zh-CN" altLang="en-US" sz="2800" b="1">
                <a:solidFill>
                  <a:schemeClr val="accent4"/>
                </a:solidFill>
                <a:latin typeface="微软雅黑" panose="020B0503020204020204" pitchFamily="2" charset="-122"/>
                <a:ea typeface="微软雅黑" panose="020B0503020204020204" pitchFamily="2" charset="-122"/>
                <a:sym typeface="微软雅黑" panose="020B0503020204020204" pitchFamily="2" charset="-122"/>
              </a:rPr>
              <a:t>数据无量纲化及权重确定</a:t>
            </a:r>
          </a:p>
        </p:txBody>
      </p:sp>
      <p:sp>
        <p:nvSpPr>
          <p:cNvPr id="10" name="TextBox 28"/>
          <p:cNvSpPr/>
          <p:nvPr/>
        </p:nvSpPr>
        <p:spPr>
          <a:xfrm>
            <a:off x="191770" y="168910"/>
            <a:ext cx="5167630" cy="583565"/>
          </a:xfrm>
          <a:prstGeom prst="rect">
            <a:avLst/>
          </a:prstGeom>
          <a:noFill/>
          <a:ln w="9525">
            <a:noFill/>
          </a:ln>
        </p:spPr>
        <p:txBody>
          <a:bodyPr wrap="square">
            <a:spAutoFit/>
            <a:scene3d>
              <a:camera prst="orthographicFront"/>
              <a:lightRig rig="threePt" dir="t"/>
            </a:scene3d>
          </a:bodyPr>
          <a:lstStyle/>
          <a:p>
            <a:pPr lvl="0"/>
            <a:r>
              <a:rPr lang="en-US" altLang="zh-CN" sz="3200" b="1">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5</a:t>
            </a:r>
            <a:r>
              <a:rPr lang="zh-CN" altLang="en-US" sz="3200" b="1">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  </a:t>
            </a:r>
            <a:r>
              <a:rPr sz="3200" b="1">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综合分析及Python评价</a:t>
            </a:r>
            <a:endParaRPr lang="zh-CN" altLang="en-US" sz="3200" b="1">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endParaRPr>
          </a:p>
        </p:txBody>
      </p:sp>
      <p:sp>
        <p:nvSpPr>
          <p:cNvPr id="5" name="文本框 4"/>
          <p:cNvSpPr txBox="1"/>
          <p:nvPr/>
        </p:nvSpPr>
        <p:spPr>
          <a:xfrm>
            <a:off x="263525" y="1248410"/>
            <a:ext cx="7406640" cy="521970"/>
          </a:xfrm>
          <a:prstGeom prst="rect">
            <a:avLst/>
          </a:prstGeom>
          <a:noFill/>
        </p:spPr>
        <p:txBody>
          <a:bodyPr wrap="square" rtlCol="0" anchor="t">
            <a:spAutoFit/>
          </a:bodyPr>
          <a:lstStyle/>
          <a:p>
            <a:r>
              <a:rPr lang="zh-CN" altLang="en-US" sz="2800" b="1">
                <a:solidFill>
                  <a:srgbClr val="C00000"/>
                </a:solidFill>
              </a:rPr>
              <a:t> </a:t>
            </a:r>
            <a:r>
              <a:rPr lang="zh-CN" altLang="en-US" sz="2800" b="1">
                <a:solidFill>
                  <a:srgbClr val="C00000"/>
                </a:solidFill>
                <a:sym typeface="+mn-ea"/>
              </a:rPr>
              <a:t>无量纲指标评价方法：</a:t>
            </a:r>
          </a:p>
        </p:txBody>
      </p:sp>
      <p:pic>
        <p:nvPicPr>
          <p:cNvPr id="8" name="图片 7"/>
          <p:cNvPicPr>
            <a:picLocks noChangeAspect="1"/>
          </p:cNvPicPr>
          <p:nvPr/>
        </p:nvPicPr>
        <p:blipFill>
          <a:blip r:embed="rId3"/>
          <a:stretch>
            <a:fillRect/>
          </a:stretch>
        </p:blipFill>
        <p:spPr>
          <a:xfrm>
            <a:off x="2711450" y="3572510"/>
            <a:ext cx="4467225" cy="1000125"/>
          </a:xfrm>
          <a:prstGeom prst="rect">
            <a:avLst/>
          </a:prstGeom>
        </p:spPr>
      </p:pic>
      <p:pic>
        <p:nvPicPr>
          <p:cNvPr id="9" name="图片 8"/>
          <p:cNvPicPr>
            <a:picLocks noChangeAspect="1"/>
          </p:cNvPicPr>
          <p:nvPr/>
        </p:nvPicPr>
        <p:blipFill>
          <a:blip r:embed="rId4"/>
          <a:stretch>
            <a:fillRect/>
          </a:stretch>
        </p:blipFill>
        <p:spPr>
          <a:xfrm>
            <a:off x="551815" y="4725035"/>
            <a:ext cx="10215880" cy="1362075"/>
          </a:xfrm>
          <a:prstGeom prst="rect">
            <a:avLst/>
          </a:prstGeom>
        </p:spPr>
      </p:pic>
      <p:sp>
        <p:nvSpPr>
          <p:cNvPr id="11" name="文本框 10"/>
          <p:cNvSpPr txBox="1"/>
          <p:nvPr/>
        </p:nvSpPr>
        <p:spPr>
          <a:xfrm>
            <a:off x="407670" y="2997200"/>
            <a:ext cx="6096000" cy="460375"/>
          </a:xfrm>
          <a:prstGeom prst="rect">
            <a:avLst/>
          </a:prstGeom>
          <a:noFill/>
        </p:spPr>
        <p:txBody>
          <a:bodyPr wrap="square" rtlCol="0" anchor="t">
            <a:spAutoFit/>
          </a:bodyPr>
          <a:lstStyle/>
          <a:p>
            <a:r>
              <a:rPr lang="zh-CN" altLang="en-US" sz="2400" b="1">
                <a:solidFill>
                  <a:srgbClr val="0053EC"/>
                </a:solidFill>
              </a:rPr>
              <a:t>（1）标准化变换方法</a:t>
            </a:r>
          </a:p>
        </p:txBody>
      </p:sp>
      <p:sp>
        <p:nvSpPr>
          <p:cNvPr id="6" name="文本框 5"/>
          <p:cNvSpPr txBox="1"/>
          <p:nvPr/>
        </p:nvSpPr>
        <p:spPr>
          <a:xfrm>
            <a:off x="767715" y="1886585"/>
            <a:ext cx="10720705" cy="1014730"/>
          </a:xfrm>
          <a:prstGeom prst="rect">
            <a:avLst/>
          </a:prstGeom>
          <a:noFill/>
        </p:spPr>
        <p:txBody>
          <a:bodyPr wrap="square" rtlCol="0" anchor="t">
            <a:spAutoFit/>
          </a:bodyPr>
          <a:lstStyle/>
          <a:p>
            <a:pPr>
              <a:lnSpc>
                <a:spcPct val="125000"/>
              </a:lnSpc>
            </a:pPr>
            <a:r>
              <a:rPr lang="zh-CN" altLang="en-US" sz="2400" b="1"/>
              <a:t>观测指标的无量纲化是指通过某种变换方式消除各个观测指标的计量单位，使其转化为统一、可比的变换过程。</a:t>
            </a:r>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1"/>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2" presetClass="entr" presetSubtype="4" fill="hold" nodeType="clickEffect">
                                  <p:stCondLst>
                                    <p:cond delay="0"/>
                                  </p:stCondLst>
                                  <p:childTnLst>
                                    <p:set>
                                      <p:cBhvr>
                                        <p:cTn id="14" dur="1" fill="hold">
                                          <p:stCondLst>
                                            <p:cond delay="0"/>
                                          </p:stCondLst>
                                        </p:cTn>
                                        <p:tgtEl>
                                          <p:spTgt spid="8"/>
                                        </p:tgtEl>
                                        <p:attrNameLst>
                                          <p:attrName>style.visibility</p:attrName>
                                        </p:attrNameLst>
                                      </p:cBhvr>
                                      <p:to>
                                        <p:strVal val="visible"/>
                                      </p:to>
                                    </p:set>
                                    <p:anim calcmode="lin" valueType="num">
                                      <p:cBhvr additive="base">
                                        <p:cTn id="15" dur="500" fill="hold"/>
                                        <p:tgtEl>
                                          <p:spTgt spid="8"/>
                                        </p:tgtEl>
                                        <p:attrNameLst>
                                          <p:attrName>ppt_x</p:attrName>
                                        </p:attrNameLst>
                                      </p:cBhvr>
                                      <p:tavLst>
                                        <p:tav tm="0">
                                          <p:val>
                                            <p:strVal val="#ppt_x"/>
                                          </p:val>
                                        </p:tav>
                                        <p:tav tm="100000">
                                          <p:val>
                                            <p:strVal val="#ppt_x"/>
                                          </p:val>
                                        </p:tav>
                                      </p:tavLst>
                                    </p:anim>
                                    <p:anim calcmode="lin" valueType="num">
                                      <p:cBhvr additive="base">
                                        <p:cTn id="16" dur="500" fill="hold"/>
                                        <p:tgtEl>
                                          <p:spTgt spid="8"/>
                                        </p:tgtEl>
                                        <p:attrNameLst>
                                          <p:attrName>ppt_y</p:attrName>
                                        </p:attrNameLst>
                                      </p:cBhvr>
                                      <p:tavLst>
                                        <p:tav tm="0">
                                          <p:val>
                                            <p:strVal val="1+#ppt_h/2"/>
                                          </p:val>
                                        </p:tav>
                                        <p:tav tm="100000">
                                          <p:val>
                                            <p:strVal val="#ppt_y"/>
                                          </p:val>
                                        </p:tav>
                                      </p:tavLst>
                                    </p:anim>
                                  </p:childTnLst>
                                </p:cTn>
                              </p:par>
                              <p:par>
                                <p:cTn id="17" presetID="2" presetClass="entr" presetSubtype="4" fill="hold" nodeType="withEffect">
                                  <p:stCondLst>
                                    <p:cond delay="0"/>
                                  </p:stCondLst>
                                  <p:childTnLst>
                                    <p:set>
                                      <p:cBhvr>
                                        <p:cTn id="18" dur="1" fill="hold">
                                          <p:stCondLst>
                                            <p:cond delay="0"/>
                                          </p:stCondLst>
                                        </p:cTn>
                                        <p:tgtEl>
                                          <p:spTgt spid="9"/>
                                        </p:tgtEl>
                                        <p:attrNameLst>
                                          <p:attrName>style.visibility</p:attrName>
                                        </p:attrNameLst>
                                      </p:cBhvr>
                                      <p:to>
                                        <p:strVal val="visible"/>
                                      </p:to>
                                    </p:set>
                                    <p:anim calcmode="lin" valueType="num">
                                      <p:cBhvr additive="base">
                                        <p:cTn id="19" dur="500" fill="hold"/>
                                        <p:tgtEl>
                                          <p:spTgt spid="9"/>
                                        </p:tgtEl>
                                        <p:attrNameLst>
                                          <p:attrName>ppt_x</p:attrName>
                                        </p:attrNameLst>
                                      </p:cBhvr>
                                      <p:tavLst>
                                        <p:tav tm="0">
                                          <p:val>
                                            <p:strVal val="#ppt_x"/>
                                          </p:val>
                                        </p:tav>
                                        <p:tav tm="100000">
                                          <p:val>
                                            <p:strVal val="#ppt_x"/>
                                          </p:val>
                                        </p:tav>
                                      </p:tavLst>
                                    </p:anim>
                                    <p:anim calcmode="lin" valueType="num">
                                      <p:cBhvr additive="base">
                                        <p:cTn id="20" dur="500" fill="hold"/>
                                        <p:tgtEl>
                                          <p:spTgt spid="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11" grpId="1"/>
      <p:bldP spid="6" grpId="0"/>
      <p:bldP spid="6" grpId="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直接连接符 29"/>
          <p:cNvSpPr/>
          <p:nvPr/>
        </p:nvSpPr>
        <p:spPr>
          <a:xfrm flipV="1">
            <a:off x="72708" y="948055"/>
            <a:ext cx="12045600" cy="9525"/>
          </a:xfrm>
          <a:prstGeom prst="line">
            <a:avLst/>
          </a:prstGeom>
          <a:ln w="136525" cap="sq" cmpd="sng">
            <a:solidFill>
              <a:srgbClr val="66CCFF"/>
            </a:solidFill>
            <a:prstDash val="solid"/>
            <a:miter/>
            <a:headEnd type="none" w="med" len="med"/>
            <a:tailEnd type="none" w="med" len="med"/>
          </a:ln>
        </p:spPr>
        <p:txBody>
          <a:bodyPr/>
          <a:lstStyle/>
          <a:p>
            <a:endParaRPr lang="zh-CN" altLang="en-US"/>
          </a:p>
        </p:txBody>
      </p:sp>
      <p:sp>
        <p:nvSpPr>
          <p:cNvPr id="4" name="右箭头 3"/>
          <p:cNvSpPr/>
          <p:nvPr/>
        </p:nvSpPr>
        <p:spPr>
          <a:xfrm>
            <a:off x="5231940" y="392430"/>
            <a:ext cx="504190" cy="167005"/>
          </a:xfrm>
          <a:prstGeom prst="rightArrow">
            <a:avLst/>
          </a:prstGeom>
          <a:solidFill>
            <a:schemeClr val="accent2">
              <a:lumMod val="40000"/>
              <a:lumOff val="60000"/>
            </a:schemeClr>
          </a:solidFill>
          <a:ln>
            <a:solidFill>
              <a:srgbClr val="7030A0"/>
            </a:solidFill>
          </a:ln>
        </p:spPr>
        <p:style>
          <a:lnRef idx="2">
            <a:schemeClr val="accent2">
              <a:shade val="50000"/>
            </a:schemeClr>
          </a:lnRef>
          <a:fillRef idx="1">
            <a:schemeClr val="accent2"/>
          </a:fillRef>
          <a:effectRef idx="0">
            <a:schemeClr val="accent2"/>
          </a:effectRef>
          <a:fontRef idx="minor">
            <a:schemeClr val="lt1"/>
          </a:fontRef>
        </p:style>
        <p:txBody>
          <a:bodyPr rtlCol="0" anchor="ctr">
            <a:scene3d>
              <a:camera prst="orthographicFront"/>
              <a:lightRig rig="threePt" dir="t"/>
            </a:scene3d>
          </a:bodyPr>
          <a:lstStyle/>
          <a:p>
            <a:pPr algn="ctr"/>
            <a:endParaRPr lang="zh-CN" altLang="en-US">
              <a:ln>
                <a:solidFill>
                  <a:sysClr val="windowText" lastClr="000000"/>
                </a:solidFill>
              </a:ln>
              <a:solidFill>
                <a:schemeClr val="accent6">
                  <a:lumMod val="60000"/>
                  <a:lumOff val="40000"/>
                </a:schemeClr>
              </a:solidFill>
              <a:effectLst/>
            </a:endParaRPr>
          </a:p>
        </p:txBody>
      </p:sp>
      <p:sp>
        <p:nvSpPr>
          <p:cNvPr id="13" name="TextBox 27"/>
          <p:cNvSpPr/>
          <p:nvPr/>
        </p:nvSpPr>
        <p:spPr>
          <a:xfrm>
            <a:off x="5951990" y="201295"/>
            <a:ext cx="6094730" cy="521970"/>
          </a:xfrm>
          <a:prstGeom prst="rect">
            <a:avLst/>
          </a:prstGeom>
          <a:noFill/>
          <a:ln w="9525">
            <a:noFill/>
          </a:ln>
        </p:spPr>
        <p:txBody>
          <a:bodyPr wrap="square">
            <a:spAutoFit/>
            <a:scene3d>
              <a:camera prst="orthographicFront"/>
              <a:lightRig rig="soft" dir="t">
                <a:rot lat="0" lon="0" rev="15600000"/>
              </a:lightRig>
            </a:scene3d>
            <a:sp3d extrusionH="57150" prstMaterial="softEdge">
              <a:bevelT w="25400" h="38100"/>
            </a:sp3d>
          </a:bodyPr>
          <a:lstStyle/>
          <a:p>
            <a:pPr lvl="0">
              <a:lnSpc>
                <a:spcPct val="100000"/>
              </a:lnSpc>
            </a:pPr>
            <a:r>
              <a:rPr lang="en-US" sz="2800" b="1" dirty="0">
                <a:solidFill>
                  <a:schemeClr val="accent4"/>
                </a:solidFill>
                <a:effectLst/>
                <a:latin typeface="微软雅黑" panose="020B0503020204020204" pitchFamily="2" charset="-122"/>
                <a:ea typeface="微软雅黑" panose="020B0503020204020204" pitchFamily="2" charset="-122"/>
                <a:sym typeface="微软雅黑" panose="020B0503020204020204" pitchFamily="2" charset="-122"/>
              </a:rPr>
              <a:t>5</a:t>
            </a:r>
            <a:r>
              <a:rPr lang="zh-CN" altLang="en-US" sz="2800" b="1" dirty="0">
                <a:solidFill>
                  <a:schemeClr val="accent4"/>
                </a:solidFill>
                <a:effectLst/>
                <a:latin typeface="微软雅黑" panose="020B0503020204020204" pitchFamily="2" charset="-122"/>
                <a:ea typeface="微软雅黑" panose="020B0503020204020204" pitchFamily="2" charset="-122"/>
                <a:sym typeface="微软雅黑" panose="020B0503020204020204" pitchFamily="2" charset="-122"/>
              </a:rPr>
              <a:t>.</a:t>
            </a:r>
            <a:r>
              <a:rPr lang="en-US" altLang="zh-CN" sz="2800" b="1">
                <a:solidFill>
                  <a:schemeClr val="accent4"/>
                </a:solidFill>
                <a:effectLst/>
                <a:latin typeface="微软雅黑" panose="020B0503020204020204" pitchFamily="2" charset="-122"/>
                <a:ea typeface="微软雅黑" panose="020B0503020204020204" pitchFamily="2" charset="-122"/>
                <a:sym typeface="微软雅黑" panose="020B0503020204020204" pitchFamily="2" charset="-122"/>
              </a:rPr>
              <a:t>3</a:t>
            </a:r>
            <a:r>
              <a:rPr lang="zh-CN" altLang="en-US" sz="2800" b="1">
                <a:solidFill>
                  <a:schemeClr val="accent4"/>
                </a:solidFill>
                <a:effectLst/>
                <a:latin typeface="微软雅黑" panose="020B0503020204020204" pitchFamily="2" charset="-122"/>
                <a:ea typeface="微软雅黑" panose="020B0503020204020204" pitchFamily="2" charset="-122"/>
                <a:sym typeface="微软雅黑" panose="020B0503020204020204" pitchFamily="2" charset="-122"/>
              </a:rPr>
              <a:t> </a:t>
            </a:r>
            <a:r>
              <a:rPr lang="zh-CN" altLang="en-US" sz="2800" b="1">
                <a:solidFill>
                  <a:schemeClr val="accent4"/>
                </a:solidFill>
                <a:latin typeface="微软雅黑" panose="020B0503020204020204" pitchFamily="2" charset="-122"/>
                <a:ea typeface="微软雅黑" panose="020B0503020204020204" pitchFamily="2" charset="-122"/>
                <a:sym typeface="微软雅黑" panose="020B0503020204020204" pitchFamily="2" charset="-122"/>
              </a:rPr>
              <a:t>数据无量纲化及权重确定</a:t>
            </a:r>
          </a:p>
        </p:txBody>
      </p:sp>
      <p:sp>
        <p:nvSpPr>
          <p:cNvPr id="10" name="TextBox 28"/>
          <p:cNvSpPr/>
          <p:nvPr/>
        </p:nvSpPr>
        <p:spPr>
          <a:xfrm>
            <a:off x="191770" y="168910"/>
            <a:ext cx="5167630" cy="583565"/>
          </a:xfrm>
          <a:prstGeom prst="rect">
            <a:avLst/>
          </a:prstGeom>
          <a:noFill/>
          <a:ln w="9525">
            <a:noFill/>
          </a:ln>
        </p:spPr>
        <p:txBody>
          <a:bodyPr wrap="square">
            <a:spAutoFit/>
            <a:scene3d>
              <a:camera prst="orthographicFront"/>
              <a:lightRig rig="threePt" dir="t"/>
            </a:scene3d>
          </a:bodyPr>
          <a:lstStyle/>
          <a:p>
            <a:pPr lvl="0"/>
            <a:r>
              <a:rPr lang="en-US" altLang="zh-CN" sz="3200" b="1">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5</a:t>
            </a:r>
            <a:r>
              <a:rPr lang="zh-CN" altLang="en-US" sz="3200" b="1">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  </a:t>
            </a:r>
            <a:r>
              <a:rPr sz="3200" b="1">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综合分析及Python评价</a:t>
            </a:r>
            <a:endParaRPr lang="zh-CN" altLang="en-US" sz="3200" b="1">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endParaRPr>
          </a:p>
        </p:txBody>
      </p:sp>
      <p:sp>
        <p:nvSpPr>
          <p:cNvPr id="5" name="文本框 4"/>
          <p:cNvSpPr txBox="1"/>
          <p:nvPr/>
        </p:nvSpPr>
        <p:spPr>
          <a:xfrm>
            <a:off x="407670" y="1341120"/>
            <a:ext cx="7406640" cy="521970"/>
          </a:xfrm>
          <a:prstGeom prst="rect">
            <a:avLst/>
          </a:prstGeom>
          <a:noFill/>
        </p:spPr>
        <p:txBody>
          <a:bodyPr wrap="square" rtlCol="0" anchor="t">
            <a:spAutoFit/>
          </a:bodyPr>
          <a:lstStyle/>
          <a:p>
            <a:r>
              <a:rPr lang="zh-CN" altLang="en-US" sz="2800" b="1">
                <a:solidFill>
                  <a:srgbClr val="C00000"/>
                </a:solidFill>
              </a:rPr>
              <a:t> </a:t>
            </a:r>
            <a:r>
              <a:rPr lang="zh-CN" altLang="en-US" sz="2800" b="1">
                <a:solidFill>
                  <a:srgbClr val="C00000"/>
                </a:solidFill>
                <a:sym typeface="+mn-ea"/>
              </a:rPr>
              <a:t>无量纲指标评价方法</a:t>
            </a:r>
          </a:p>
        </p:txBody>
      </p:sp>
      <p:pic>
        <p:nvPicPr>
          <p:cNvPr id="11" name="图片 10"/>
          <p:cNvPicPr>
            <a:picLocks noChangeAspect="1"/>
          </p:cNvPicPr>
          <p:nvPr/>
        </p:nvPicPr>
        <p:blipFill>
          <a:blip r:embed="rId4"/>
          <a:stretch>
            <a:fillRect/>
          </a:stretch>
        </p:blipFill>
        <p:spPr>
          <a:xfrm>
            <a:off x="2351405" y="2636520"/>
            <a:ext cx="5653405" cy="962025"/>
          </a:xfrm>
          <a:prstGeom prst="rect">
            <a:avLst/>
          </a:prstGeom>
        </p:spPr>
      </p:pic>
      <p:pic>
        <p:nvPicPr>
          <p:cNvPr id="14" name="图片 13"/>
          <p:cNvPicPr>
            <a:picLocks noChangeAspect="1"/>
          </p:cNvPicPr>
          <p:nvPr/>
        </p:nvPicPr>
        <p:blipFill>
          <a:blip r:embed="rId5"/>
          <a:stretch>
            <a:fillRect/>
          </a:stretch>
        </p:blipFill>
        <p:spPr>
          <a:xfrm>
            <a:off x="263525" y="3877945"/>
            <a:ext cx="11273155" cy="838200"/>
          </a:xfrm>
          <a:prstGeom prst="rect">
            <a:avLst/>
          </a:prstGeom>
        </p:spPr>
      </p:pic>
      <p:sp>
        <p:nvSpPr>
          <p:cNvPr id="15" name="文本框 14"/>
          <p:cNvSpPr txBox="1"/>
          <p:nvPr>
            <p:custDataLst>
              <p:tags r:id="rId1"/>
            </p:custDataLst>
          </p:nvPr>
        </p:nvSpPr>
        <p:spPr>
          <a:xfrm>
            <a:off x="335915" y="1988820"/>
            <a:ext cx="6096000" cy="414655"/>
          </a:xfrm>
          <a:prstGeom prst="rect">
            <a:avLst/>
          </a:prstGeom>
          <a:noFill/>
        </p:spPr>
        <p:txBody>
          <a:bodyPr wrap="square" rtlCol="0" anchor="t">
            <a:noAutofit/>
          </a:bodyPr>
          <a:lstStyle/>
          <a:p>
            <a:r>
              <a:rPr lang="zh-CN" altLang="en-US" sz="2400" b="1">
                <a:solidFill>
                  <a:srgbClr val="0053EC"/>
                </a:solidFill>
              </a:rPr>
              <a:t>（</a:t>
            </a:r>
            <a:r>
              <a:rPr lang="en-US" altLang="zh-CN" sz="2400" b="1">
                <a:solidFill>
                  <a:srgbClr val="0053EC"/>
                </a:solidFill>
              </a:rPr>
              <a:t>2</a:t>
            </a:r>
            <a:r>
              <a:rPr lang="zh-CN" altLang="en-US" sz="2400" b="1">
                <a:solidFill>
                  <a:srgbClr val="0053EC"/>
                </a:solidFill>
              </a:rPr>
              <a:t>）规格化变换方法</a:t>
            </a:r>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anim calcmode="lin" valueType="num">
                                      <p:cBhvr additive="base">
                                        <p:cTn id="7" dur="500" fill="hold"/>
                                        <p:tgtEl>
                                          <p:spTgt spid="11"/>
                                        </p:tgtEl>
                                        <p:attrNameLst>
                                          <p:attrName>ppt_x</p:attrName>
                                        </p:attrNameLst>
                                      </p:cBhvr>
                                      <p:tavLst>
                                        <p:tav tm="0">
                                          <p:val>
                                            <p:strVal val="#ppt_x"/>
                                          </p:val>
                                        </p:tav>
                                        <p:tav tm="100000">
                                          <p:val>
                                            <p:strVal val="#ppt_x"/>
                                          </p:val>
                                        </p:tav>
                                      </p:tavLst>
                                    </p:anim>
                                    <p:anim calcmode="lin" valueType="num">
                                      <p:cBhvr additive="base">
                                        <p:cTn id="8" dur="500" fill="hold"/>
                                        <p:tgtEl>
                                          <p:spTgt spid="11"/>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14"/>
                                        </p:tgtEl>
                                        <p:attrNameLst>
                                          <p:attrName>style.visibility</p:attrName>
                                        </p:attrNameLst>
                                      </p:cBhvr>
                                      <p:to>
                                        <p:strVal val="visible"/>
                                      </p:to>
                                    </p:set>
                                    <p:anim calcmode="lin" valueType="num">
                                      <p:cBhvr additive="base">
                                        <p:cTn id="11" dur="500" fill="hold"/>
                                        <p:tgtEl>
                                          <p:spTgt spid="14"/>
                                        </p:tgtEl>
                                        <p:attrNameLst>
                                          <p:attrName>ppt_x</p:attrName>
                                        </p:attrNameLst>
                                      </p:cBhvr>
                                      <p:tavLst>
                                        <p:tav tm="0">
                                          <p:val>
                                            <p:strVal val="#ppt_x"/>
                                          </p:val>
                                        </p:tav>
                                        <p:tav tm="100000">
                                          <p:val>
                                            <p:strVal val="#ppt_x"/>
                                          </p:val>
                                        </p:tav>
                                      </p:tavLst>
                                    </p:anim>
                                    <p:anim calcmode="lin" valueType="num">
                                      <p:cBhvr additive="base">
                                        <p:cTn id="12" dur="500" fill="hold"/>
                                        <p:tgtEl>
                                          <p:spTgt spid="1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直接连接符 29"/>
          <p:cNvSpPr/>
          <p:nvPr/>
        </p:nvSpPr>
        <p:spPr>
          <a:xfrm flipV="1">
            <a:off x="72708" y="948055"/>
            <a:ext cx="12045600" cy="9525"/>
          </a:xfrm>
          <a:prstGeom prst="line">
            <a:avLst/>
          </a:prstGeom>
          <a:ln w="136525" cap="sq" cmpd="sng">
            <a:solidFill>
              <a:srgbClr val="66CCFF"/>
            </a:solidFill>
            <a:prstDash val="solid"/>
            <a:miter/>
            <a:headEnd type="none" w="med" len="med"/>
            <a:tailEnd type="none" w="med" len="med"/>
          </a:ln>
        </p:spPr>
        <p:txBody>
          <a:bodyPr/>
          <a:lstStyle/>
          <a:p>
            <a:endParaRPr lang="zh-CN" altLang="en-US"/>
          </a:p>
        </p:txBody>
      </p:sp>
      <p:sp>
        <p:nvSpPr>
          <p:cNvPr id="4" name="右箭头 3"/>
          <p:cNvSpPr/>
          <p:nvPr/>
        </p:nvSpPr>
        <p:spPr>
          <a:xfrm>
            <a:off x="5231940" y="392430"/>
            <a:ext cx="504190" cy="167005"/>
          </a:xfrm>
          <a:prstGeom prst="rightArrow">
            <a:avLst/>
          </a:prstGeom>
          <a:solidFill>
            <a:schemeClr val="accent2">
              <a:lumMod val="40000"/>
              <a:lumOff val="60000"/>
            </a:schemeClr>
          </a:solidFill>
          <a:ln>
            <a:solidFill>
              <a:srgbClr val="7030A0"/>
            </a:solidFill>
          </a:ln>
        </p:spPr>
        <p:style>
          <a:lnRef idx="2">
            <a:schemeClr val="accent2">
              <a:shade val="50000"/>
            </a:schemeClr>
          </a:lnRef>
          <a:fillRef idx="1">
            <a:schemeClr val="accent2"/>
          </a:fillRef>
          <a:effectRef idx="0">
            <a:schemeClr val="accent2"/>
          </a:effectRef>
          <a:fontRef idx="minor">
            <a:schemeClr val="lt1"/>
          </a:fontRef>
        </p:style>
        <p:txBody>
          <a:bodyPr rtlCol="0" anchor="ctr">
            <a:scene3d>
              <a:camera prst="orthographicFront"/>
              <a:lightRig rig="threePt" dir="t"/>
            </a:scene3d>
          </a:bodyPr>
          <a:lstStyle/>
          <a:p>
            <a:pPr algn="ctr"/>
            <a:endParaRPr lang="zh-CN" altLang="en-US">
              <a:ln>
                <a:solidFill>
                  <a:sysClr val="windowText" lastClr="000000"/>
                </a:solidFill>
              </a:ln>
              <a:solidFill>
                <a:schemeClr val="accent6">
                  <a:lumMod val="60000"/>
                  <a:lumOff val="40000"/>
                </a:schemeClr>
              </a:solidFill>
              <a:effectLst/>
            </a:endParaRPr>
          </a:p>
        </p:txBody>
      </p:sp>
      <p:sp>
        <p:nvSpPr>
          <p:cNvPr id="13" name="TextBox 27"/>
          <p:cNvSpPr/>
          <p:nvPr/>
        </p:nvSpPr>
        <p:spPr>
          <a:xfrm>
            <a:off x="5951990" y="201295"/>
            <a:ext cx="6094730" cy="521970"/>
          </a:xfrm>
          <a:prstGeom prst="rect">
            <a:avLst/>
          </a:prstGeom>
          <a:noFill/>
          <a:ln w="9525">
            <a:noFill/>
          </a:ln>
        </p:spPr>
        <p:txBody>
          <a:bodyPr wrap="square">
            <a:spAutoFit/>
            <a:scene3d>
              <a:camera prst="orthographicFront"/>
              <a:lightRig rig="soft" dir="t">
                <a:rot lat="0" lon="0" rev="15600000"/>
              </a:lightRig>
            </a:scene3d>
            <a:sp3d extrusionH="57150" prstMaterial="softEdge">
              <a:bevelT w="25400" h="38100"/>
            </a:sp3d>
          </a:bodyPr>
          <a:lstStyle/>
          <a:p>
            <a:pPr lvl="0">
              <a:lnSpc>
                <a:spcPct val="100000"/>
              </a:lnSpc>
            </a:pPr>
            <a:r>
              <a:rPr lang="en-US" sz="2800" b="1" dirty="0">
                <a:solidFill>
                  <a:schemeClr val="accent4"/>
                </a:solidFill>
                <a:effectLst/>
                <a:latin typeface="微软雅黑" panose="020B0503020204020204" pitchFamily="2" charset="-122"/>
                <a:ea typeface="微软雅黑" panose="020B0503020204020204" pitchFamily="2" charset="-122"/>
                <a:sym typeface="微软雅黑" panose="020B0503020204020204" pitchFamily="2" charset="-122"/>
              </a:rPr>
              <a:t>5</a:t>
            </a:r>
            <a:r>
              <a:rPr lang="zh-CN" altLang="en-US" sz="2800" b="1" dirty="0">
                <a:solidFill>
                  <a:schemeClr val="accent4"/>
                </a:solidFill>
                <a:effectLst/>
                <a:latin typeface="微软雅黑" panose="020B0503020204020204" pitchFamily="2" charset="-122"/>
                <a:ea typeface="微软雅黑" panose="020B0503020204020204" pitchFamily="2" charset="-122"/>
                <a:sym typeface="微软雅黑" panose="020B0503020204020204" pitchFamily="2" charset="-122"/>
              </a:rPr>
              <a:t>.</a:t>
            </a:r>
            <a:r>
              <a:rPr lang="en-US" altLang="zh-CN" sz="2800" b="1">
                <a:solidFill>
                  <a:schemeClr val="accent4"/>
                </a:solidFill>
                <a:effectLst/>
                <a:latin typeface="微软雅黑" panose="020B0503020204020204" pitchFamily="2" charset="-122"/>
                <a:ea typeface="微软雅黑" panose="020B0503020204020204" pitchFamily="2" charset="-122"/>
                <a:sym typeface="微软雅黑" panose="020B0503020204020204" pitchFamily="2" charset="-122"/>
              </a:rPr>
              <a:t>3</a:t>
            </a:r>
            <a:r>
              <a:rPr lang="zh-CN" altLang="en-US" sz="2800" b="1">
                <a:solidFill>
                  <a:schemeClr val="accent4"/>
                </a:solidFill>
                <a:effectLst/>
                <a:latin typeface="微软雅黑" panose="020B0503020204020204" pitchFamily="2" charset="-122"/>
                <a:ea typeface="微软雅黑" panose="020B0503020204020204" pitchFamily="2" charset="-122"/>
                <a:sym typeface="微软雅黑" panose="020B0503020204020204" pitchFamily="2" charset="-122"/>
              </a:rPr>
              <a:t> </a:t>
            </a:r>
            <a:r>
              <a:rPr lang="zh-CN" altLang="en-US" sz="2800" b="1">
                <a:solidFill>
                  <a:schemeClr val="accent4"/>
                </a:solidFill>
                <a:latin typeface="微软雅黑" panose="020B0503020204020204" pitchFamily="2" charset="-122"/>
                <a:ea typeface="微软雅黑" panose="020B0503020204020204" pitchFamily="2" charset="-122"/>
                <a:sym typeface="微软雅黑" panose="020B0503020204020204" pitchFamily="2" charset="-122"/>
              </a:rPr>
              <a:t>数据无量纲化及权重确定</a:t>
            </a:r>
          </a:p>
        </p:txBody>
      </p:sp>
      <p:sp>
        <p:nvSpPr>
          <p:cNvPr id="10" name="TextBox 28"/>
          <p:cNvSpPr/>
          <p:nvPr/>
        </p:nvSpPr>
        <p:spPr>
          <a:xfrm>
            <a:off x="191770" y="168910"/>
            <a:ext cx="5167630" cy="583565"/>
          </a:xfrm>
          <a:prstGeom prst="rect">
            <a:avLst/>
          </a:prstGeom>
          <a:noFill/>
          <a:ln w="9525">
            <a:noFill/>
          </a:ln>
        </p:spPr>
        <p:txBody>
          <a:bodyPr wrap="square">
            <a:spAutoFit/>
            <a:scene3d>
              <a:camera prst="orthographicFront"/>
              <a:lightRig rig="threePt" dir="t"/>
            </a:scene3d>
          </a:bodyPr>
          <a:lstStyle/>
          <a:p>
            <a:pPr lvl="0"/>
            <a:r>
              <a:rPr lang="en-US" altLang="zh-CN" sz="3200" b="1">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5</a:t>
            </a:r>
            <a:r>
              <a:rPr lang="zh-CN" altLang="en-US" sz="3200" b="1">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  </a:t>
            </a:r>
            <a:r>
              <a:rPr sz="3200" b="1">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综合分析及Python评价</a:t>
            </a:r>
            <a:endParaRPr lang="zh-CN" altLang="en-US" sz="3200" b="1">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endParaRPr>
          </a:p>
        </p:txBody>
      </p:sp>
      <p:sp>
        <p:nvSpPr>
          <p:cNvPr id="5" name="文本框 4"/>
          <p:cNvSpPr txBox="1"/>
          <p:nvPr/>
        </p:nvSpPr>
        <p:spPr>
          <a:xfrm>
            <a:off x="407670" y="1341120"/>
            <a:ext cx="7406640" cy="521970"/>
          </a:xfrm>
          <a:prstGeom prst="rect">
            <a:avLst/>
          </a:prstGeom>
          <a:noFill/>
        </p:spPr>
        <p:txBody>
          <a:bodyPr wrap="square" rtlCol="0" anchor="t">
            <a:spAutoFit/>
          </a:bodyPr>
          <a:lstStyle/>
          <a:p>
            <a:r>
              <a:rPr lang="zh-CN" altLang="en-US" sz="2800" b="1">
                <a:solidFill>
                  <a:srgbClr val="C00000"/>
                </a:solidFill>
              </a:rPr>
              <a:t> </a:t>
            </a:r>
            <a:r>
              <a:rPr lang="zh-CN" altLang="en-US" sz="2800" b="1">
                <a:solidFill>
                  <a:srgbClr val="C00000"/>
                </a:solidFill>
                <a:sym typeface="+mn-ea"/>
              </a:rPr>
              <a:t>无量纲指标评价方法</a:t>
            </a:r>
          </a:p>
        </p:txBody>
      </p:sp>
      <p:sp>
        <p:nvSpPr>
          <p:cNvPr id="7" name="文本框 6"/>
          <p:cNvSpPr txBox="1"/>
          <p:nvPr/>
        </p:nvSpPr>
        <p:spPr>
          <a:xfrm>
            <a:off x="480060" y="2061210"/>
            <a:ext cx="6096000" cy="460375"/>
          </a:xfrm>
          <a:prstGeom prst="rect">
            <a:avLst/>
          </a:prstGeom>
          <a:noFill/>
        </p:spPr>
        <p:txBody>
          <a:bodyPr wrap="square" rtlCol="0" anchor="t">
            <a:spAutoFit/>
          </a:bodyPr>
          <a:lstStyle/>
          <a:p>
            <a:r>
              <a:rPr lang="zh-CN" altLang="en-US" sz="2400" b="1">
                <a:solidFill>
                  <a:srgbClr val="0053EC"/>
                </a:solidFill>
                <a:sym typeface="+mn-ea"/>
              </a:rPr>
              <a:t>（</a:t>
            </a:r>
            <a:r>
              <a:rPr lang="en-US" altLang="zh-CN" sz="2400" b="1">
                <a:solidFill>
                  <a:srgbClr val="0053EC"/>
                </a:solidFill>
                <a:sym typeface="+mn-ea"/>
              </a:rPr>
              <a:t>3</a:t>
            </a:r>
            <a:r>
              <a:rPr lang="zh-CN" altLang="en-US" sz="2400" b="1">
                <a:solidFill>
                  <a:srgbClr val="0053EC"/>
                </a:solidFill>
                <a:sym typeface="+mn-ea"/>
              </a:rPr>
              <a:t>）功效系数变换方法</a:t>
            </a:r>
          </a:p>
        </p:txBody>
      </p:sp>
      <p:pic>
        <p:nvPicPr>
          <p:cNvPr id="8" name="图片 7"/>
          <p:cNvPicPr>
            <a:picLocks noChangeAspect="1"/>
          </p:cNvPicPr>
          <p:nvPr/>
        </p:nvPicPr>
        <p:blipFill>
          <a:blip r:embed="rId3"/>
          <a:stretch>
            <a:fillRect/>
          </a:stretch>
        </p:blipFill>
        <p:spPr>
          <a:xfrm>
            <a:off x="2207895" y="2780665"/>
            <a:ext cx="5133975" cy="990600"/>
          </a:xfrm>
          <a:prstGeom prst="rect">
            <a:avLst/>
          </a:prstGeom>
        </p:spPr>
      </p:pic>
      <p:pic>
        <p:nvPicPr>
          <p:cNvPr id="9" name="图片 8"/>
          <p:cNvPicPr>
            <a:picLocks noChangeAspect="1"/>
          </p:cNvPicPr>
          <p:nvPr/>
        </p:nvPicPr>
        <p:blipFill>
          <a:blip r:embed="rId4"/>
          <a:stretch>
            <a:fillRect/>
          </a:stretch>
        </p:blipFill>
        <p:spPr>
          <a:xfrm>
            <a:off x="407670" y="3861435"/>
            <a:ext cx="11430000" cy="1357630"/>
          </a:xfrm>
          <a:prstGeom prst="rect">
            <a:avLst/>
          </a:prstGeom>
        </p:spPr>
      </p:pic>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additive="base">
                                        <p:cTn id="7" dur="500" fill="hold"/>
                                        <p:tgtEl>
                                          <p:spTgt spid="8"/>
                                        </p:tgtEl>
                                        <p:attrNameLst>
                                          <p:attrName>ppt_x</p:attrName>
                                        </p:attrNameLst>
                                      </p:cBhvr>
                                      <p:tavLst>
                                        <p:tav tm="0">
                                          <p:val>
                                            <p:strVal val="#ppt_x"/>
                                          </p:val>
                                        </p:tav>
                                        <p:tav tm="100000">
                                          <p:val>
                                            <p:strVal val="#ppt_x"/>
                                          </p:val>
                                        </p:tav>
                                      </p:tavLst>
                                    </p:anim>
                                    <p:anim calcmode="lin" valueType="num">
                                      <p:cBhvr additive="base">
                                        <p:cTn id="8" dur="500" fill="hold"/>
                                        <p:tgtEl>
                                          <p:spTgt spid="8"/>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9"/>
                                        </p:tgtEl>
                                        <p:attrNameLst>
                                          <p:attrName>style.visibility</p:attrName>
                                        </p:attrNameLst>
                                      </p:cBhvr>
                                      <p:to>
                                        <p:strVal val="visible"/>
                                      </p:to>
                                    </p:set>
                                    <p:anim calcmode="lin" valueType="num">
                                      <p:cBhvr additive="base">
                                        <p:cTn id="11" dur="500" fill="hold"/>
                                        <p:tgtEl>
                                          <p:spTgt spid="9"/>
                                        </p:tgtEl>
                                        <p:attrNameLst>
                                          <p:attrName>ppt_x</p:attrName>
                                        </p:attrNameLst>
                                      </p:cBhvr>
                                      <p:tavLst>
                                        <p:tav tm="0">
                                          <p:val>
                                            <p:strVal val="#ppt_x"/>
                                          </p:val>
                                        </p:tav>
                                        <p:tav tm="100000">
                                          <p:val>
                                            <p:strVal val="#ppt_x"/>
                                          </p:val>
                                        </p:tav>
                                      </p:tavLst>
                                    </p:anim>
                                    <p:anim calcmode="lin" valueType="num">
                                      <p:cBhvr additive="base">
                                        <p:cTn id="12" dur="500" fill="hold"/>
                                        <p:tgtEl>
                                          <p:spTgt spid="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直接连接符 29"/>
          <p:cNvSpPr/>
          <p:nvPr/>
        </p:nvSpPr>
        <p:spPr>
          <a:xfrm flipV="1">
            <a:off x="72708" y="948055"/>
            <a:ext cx="12045600" cy="9525"/>
          </a:xfrm>
          <a:prstGeom prst="line">
            <a:avLst/>
          </a:prstGeom>
          <a:ln w="136525" cap="sq" cmpd="sng">
            <a:solidFill>
              <a:srgbClr val="66CCFF"/>
            </a:solidFill>
            <a:prstDash val="solid"/>
            <a:miter/>
            <a:headEnd type="none" w="med" len="med"/>
            <a:tailEnd type="none" w="med" len="med"/>
          </a:ln>
        </p:spPr>
        <p:txBody>
          <a:bodyPr/>
          <a:lstStyle/>
          <a:p>
            <a:endParaRPr lang="zh-CN" altLang="en-US"/>
          </a:p>
        </p:txBody>
      </p:sp>
      <p:sp>
        <p:nvSpPr>
          <p:cNvPr id="4" name="右箭头 3"/>
          <p:cNvSpPr/>
          <p:nvPr/>
        </p:nvSpPr>
        <p:spPr>
          <a:xfrm>
            <a:off x="5231940" y="392430"/>
            <a:ext cx="504190" cy="167005"/>
          </a:xfrm>
          <a:prstGeom prst="rightArrow">
            <a:avLst/>
          </a:prstGeom>
          <a:solidFill>
            <a:schemeClr val="accent2">
              <a:lumMod val="40000"/>
              <a:lumOff val="60000"/>
            </a:schemeClr>
          </a:solidFill>
          <a:ln>
            <a:solidFill>
              <a:srgbClr val="7030A0"/>
            </a:solidFill>
          </a:ln>
        </p:spPr>
        <p:style>
          <a:lnRef idx="2">
            <a:schemeClr val="accent2">
              <a:shade val="50000"/>
            </a:schemeClr>
          </a:lnRef>
          <a:fillRef idx="1">
            <a:schemeClr val="accent2"/>
          </a:fillRef>
          <a:effectRef idx="0">
            <a:schemeClr val="accent2"/>
          </a:effectRef>
          <a:fontRef idx="minor">
            <a:schemeClr val="lt1"/>
          </a:fontRef>
        </p:style>
        <p:txBody>
          <a:bodyPr rtlCol="0" anchor="ctr">
            <a:scene3d>
              <a:camera prst="orthographicFront"/>
              <a:lightRig rig="threePt" dir="t"/>
            </a:scene3d>
          </a:bodyPr>
          <a:lstStyle/>
          <a:p>
            <a:pPr algn="ctr"/>
            <a:endParaRPr lang="zh-CN" altLang="en-US">
              <a:ln>
                <a:solidFill>
                  <a:sysClr val="windowText" lastClr="000000"/>
                </a:solidFill>
              </a:ln>
              <a:solidFill>
                <a:schemeClr val="accent6">
                  <a:lumMod val="60000"/>
                  <a:lumOff val="40000"/>
                </a:schemeClr>
              </a:solidFill>
              <a:effectLst/>
            </a:endParaRPr>
          </a:p>
        </p:txBody>
      </p:sp>
      <p:sp>
        <p:nvSpPr>
          <p:cNvPr id="13" name="TextBox 27"/>
          <p:cNvSpPr/>
          <p:nvPr/>
        </p:nvSpPr>
        <p:spPr>
          <a:xfrm>
            <a:off x="5951990" y="201295"/>
            <a:ext cx="6094730" cy="521970"/>
          </a:xfrm>
          <a:prstGeom prst="rect">
            <a:avLst/>
          </a:prstGeom>
          <a:noFill/>
          <a:ln w="9525">
            <a:noFill/>
          </a:ln>
        </p:spPr>
        <p:txBody>
          <a:bodyPr wrap="square">
            <a:spAutoFit/>
            <a:scene3d>
              <a:camera prst="orthographicFront"/>
              <a:lightRig rig="soft" dir="t">
                <a:rot lat="0" lon="0" rev="15600000"/>
              </a:lightRig>
            </a:scene3d>
            <a:sp3d extrusionH="57150" prstMaterial="softEdge">
              <a:bevelT w="25400" h="38100"/>
            </a:sp3d>
          </a:bodyPr>
          <a:lstStyle/>
          <a:p>
            <a:pPr lvl="0">
              <a:lnSpc>
                <a:spcPct val="100000"/>
              </a:lnSpc>
            </a:pPr>
            <a:r>
              <a:rPr lang="en-US" sz="2800" b="1" dirty="0">
                <a:solidFill>
                  <a:schemeClr val="accent4"/>
                </a:solidFill>
                <a:effectLst/>
                <a:latin typeface="微软雅黑" panose="020B0503020204020204" pitchFamily="2" charset="-122"/>
                <a:ea typeface="微软雅黑" panose="020B0503020204020204" pitchFamily="2" charset="-122"/>
                <a:sym typeface="微软雅黑" panose="020B0503020204020204" pitchFamily="2" charset="-122"/>
              </a:rPr>
              <a:t>5</a:t>
            </a:r>
            <a:r>
              <a:rPr lang="zh-CN" altLang="en-US" sz="2800" b="1" dirty="0">
                <a:solidFill>
                  <a:schemeClr val="accent4"/>
                </a:solidFill>
                <a:effectLst/>
                <a:latin typeface="微软雅黑" panose="020B0503020204020204" pitchFamily="2" charset="-122"/>
                <a:ea typeface="微软雅黑" panose="020B0503020204020204" pitchFamily="2" charset="-122"/>
                <a:sym typeface="微软雅黑" panose="020B0503020204020204" pitchFamily="2" charset="-122"/>
              </a:rPr>
              <a:t>.</a:t>
            </a:r>
            <a:r>
              <a:rPr lang="en-US" altLang="zh-CN" sz="2800" b="1">
                <a:solidFill>
                  <a:schemeClr val="accent4"/>
                </a:solidFill>
                <a:effectLst/>
                <a:latin typeface="微软雅黑" panose="020B0503020204020204" pitchFamily="2" charset="-122"/>
                <a:ea typeface="微软雅黑" panose="020B0503020204020204" pitchFamily="2" charset="-122"/>
                <a:sym typeface="微软雅黑" panose="020B0503020204020204" pitchFamily="2" charset="-122"/>
              </a:rPr>
              <a:t>3</a:t>
            </a:r>
            <a:r>
              <a:rPr lang="zh-CN" altLang="en-US" sz="2800" b="1">
                <a:solidFill>
                  <a:schemeClr val="accent4"/>
                </a:solidFill>
                <a:effectLst/>
                <a:latin typeface="微软雅黑" panose="020B0503020204020204" pitchFamily="2" charset="-122"/>
                <a:ea typeface="微软雅黑" panose="020B0503020204020204" pitchFamily="2" charset="-122"/>
                <a:sym typeface="微软雅黑" panose="020B0503020204020204" pitchFamily="2" charset="-122"/>
              </a:rPr>
              <a:t> </a:t>
            </a:r>
            <a:r>
              <a:rPr lang="zh-CN" altLang="en-US" sz="2800" b="1">
                <a:solidFill>
                  <a:schemeClr val="accent4"/>
                </a:solidFill>
                <a:latin typeface="微软雅黑" panose="020B0503020204020204" pitchFamily="2" charset="-122"/>
                <a:ea typeface="微软雅黑" panose="020B0503020204020204" pitchFamily="2" charset="-122"/>
                <a:sym typeface="微软雅黑" panose="020B0503020204020204" pitchFamily="2" charset="-122"/>
              </a:rPr>
              <a:t>数据无量纲化及权重确定</a:t>
            </a:r>
          </a:p>
        </p:txBody>
      </p:sp>
      <p:sp>
        <p:nvSpPr>
          <p:cNvPr id="10" name="TextBox 28"/>
          <p:cNvSpPr/>
          <p:nvPr/>
        </p:nvSpPr>
        <p:spPr>
          <a:xfrm>
            <a:off x="191770" y="168910"/>
            <a:ext cx="5167630" cy="583565"/>
          </a:xfrm>
          <a:prstGeom prst="rect">
            <a:avLst/>
          </a:prstGeom>
          <a:noFill/>
          <a:ln w="9525">
            <a:noFill/>
          </a:ln>
        </p:spPr>
        <p:txBody>
          <a:bodyPr wrap="square">
            <a:spAutoFit/>
            <a:scene3d>
              <a:camera prst="orthographicFront"/>
              <a:lightRig rig="threePt" dir="t"/>
            </a:scene3d>
          </a:bodyPr>
          <a:lstStyle/>
          <a:p>
            <a:pPr lvl="0"/>
            <a:r>
              <a:rPr lang="en-US" altLang="zh-CN" sz="3200" b="1">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5</a:t>
            </a:r>
            <a:r>
              <a:rPr lang="zh-CN" altLang="en-US" sz="3200" b="1">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  </a:t>
            </a:r>
            <a:r>
              <a:rPr sz="3200" b="1">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综合分析及Python评价</a:t>
            </a:r>
            <a:endParaRPr lang="zh-CN" altLang="en-US" sz="3200" b="1">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endParaRPr>
          </a:p>
        </p:txBody>
      </p:sp>
      <p:sp>
        <p:nvSpPr>
          <p:cNvPr id="5" name="文本框 4"/>
          <p:cNvSpPr txBox="1"/>
          <p:nvPr/>
        </p:nvSpPr>
        <p:spPr>
          <a:xfrm>
            <a:off x="407670" y="1269365"/>
            <a:ext cx="9492615" cy="1014730"/>
          </a:xfrm>
          <a:prstGeom prst="rect">
            <a:avLst/>
          </a:prstGeom>
          <a:noFill/>
        </p:spPr>
        <p:txBody>
          <a:bodyPr wrap="square" rtlCol="0" anchor="t">
            <a:spAutoFit/>
          </a:bodyPr>
          <a:lstStyle/>
          <a:p>
            <a:pPr>
              <a:lnSpc>
                <a:spcPct val="125000"/>
              </a:lnSpc>
            </a:pPr>
            <a:r>
              <a:rPr lang="zh-CN" altLang="en-US" sz="2400" b="1">
                <a:solidFill>
                  <a:srgbClr val="C00000"/>
                </a:solidFill>
                <a:sym typeface="+mn-ea"/>
              </a:rPr>
              <a:t>有时为使综合评价指标不出现 0 值和负值，常在变换公式后加上一个常数项，其改进的无量纲方法如下：</a:t>
            </a:r>
          </a:p>
        </p:txBody>
      </p:sp>
      <p:pic>
        <p:nvPicPr>
          <p:cNvPr id="6" name="图片 5"/>
          <p:cNvPicPr>
            <a:picLocks noChangeAspect="1"/>
          </p:cNvPicPr>
          <p:nvPr/>
        </p:nvPicPr>
        <p:blipFill>
          <a:blip r:embed="rId3"/>
          <a:stretch>
            <a:fillRect/>
          </a:stretch>
        </p:blipFill>
        <p:spPr>
          <a:xfrm>
            <a:off x="2783840" y="2517140"/>
            <a:ext cx="5715000" cy="3472180"/>
          </a:xfrm>
          <a:prstGeom prst="rect">
            <a:avLst/>
          </a:prstGeom>
        </p:spPr>
      </p:pic>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ppt_x"/>
                                          </p:val>
                                        </p:tav>
                                        <p:tav tm="100000">
                                          <p:val>
                                            <p:strVal val="#ppt_x"/>
                                          </p:val>
                                        </p:tav>
                                      </p:tavLst>
                                    </p:anim>
                                    <p:anim calcmode="lin" valueType="num">
                                      <p:cBhvr additive="base">
                                        <p:cTn id="8" dur="500" fill="hold"/>
                                        <p:tgtEl>
                                          <p:spTgt spid="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直接连接符 29"/>
          <p:cNvSpPr/>
          <p:nvPr/>
        </p:nvSpPr>
        <p:spPr>
          <a:xfrm flipV="1">
            <a:off x="72708" y="948055"/>
            <a:ext cx="12045600" cy="9525"/>
          </a:xfrm>
          <a:prstGeom prst="line">
            <a:avLst/>
          </a:prstGeom>
          <a:ln w="136525" cap="sq" cmpd="sng">
            <a:solidFill>
              <a:srgbClr val="66CCFF"/>
            </a:solidFill>
            <a:prstDash val="solid"/>
            <a:miter/>
            <a:headEnd type="none" w="med" len="med"/>
            <a:tailEnd type="none" w="med" len="med"/>
          </a:ln>
        </p:spPr>
        <p:txBody>
          <a:bodyPr/>
          <a:lstStyle/>
          <a:p>
            <a:endParaRPr lang="zh-CN" altLang="en-US"/>
          </a:p>
        </p:txBody>
      </p:sp>
      <p:sp>
        <p:nvSpPr>
          <p:cNvPr id="4" name="右箭头 3"/>
          <p:cNvSpPr/>
          <p:nvPr/>
        </p:nvSpPr>
        <p:spPr>
          <a:xfrm>
            <a:off x="5231940" y="392430"/>
            <a:ext cx="504190" cy="167005"/>
          </a:xfrm>
          <a:prstGeom prst="rightArrow">
            <a:avLst/>
          </a:prstGeom>
          <a:solidFill>
            <a:schemeClr val="accent2">
              <a:lumMod val="40000"/>
              <a:lumOff val="60000"/>
            </a:schemeClr>
          </a:solidFill>
          <a:ln>
            <a:solidFill>
              <a:srgbClr val="7030A0"/>
            </a:solidFill>
          </a:ln>
        </p:spPr>
        <p:style>
          <a:lnRef idx="2">
            <a:schemeClr val="accent2">
              <a:shade val="50000"/>
            </a:schemeClr>
          </a:lnRef>
          <a:fillRef idx="1">
            <a:schemeClr val="accent2"/>
          </a:fillRef>
          <a:effectRef idx="0">
            <a:schemeClr val="accent2"/>
          </a:effectRef>
          <a:fontRef idx="minor">
            <a:schemeClr val="lt1"/>
          </a:fontRef>
        </p:style>
        <p:txBody>
          <a:bodyPr rtlCol="0" anchor="ctr">
            <a:scene3d>
              <a:camera prst="orthographicFront"/>
              <a:lightRig rig="threePt" dir="t"/>
            </a:scene3d>
          </a:bodyPr>
          <a:lstStyle/>
          <a:p>
            <a:pPr algn="ctr"/>
            <a:endParaRPr lang="zh-CN" altLang="en-US">
              <a:ln>
                <a:solidFill>
                  <a:sysClr val="windowText" lastClr="000000"/>
                </a:solidFill>
              </a:ln>
              <a:solidFill>
                <a:schemeClr val="accent6">
                  <a:lumMod val="60000"/>
                  <a:lumOff val="40000"/>
                </a:schemeClr>
              </a:solidFill>
              <a:effectLst/>
            </a:endParaRPr>
          </a:p>
        </p:txBody>
      </p:sp>
      <p:sp>
        <p:nvSpPr>
          <p:cNvPr id="13" name="TextBox 27"/>
          <p:cNvSpPr/>
          <p:nvPr/>
        </p:nvSpPr>
        <p:spPr>
          <a:xfrm>
            <a:off x="5951990" y="201295"/>
            <a:ext cx="6094730" cy="521970"/>
          </a:xfrm>
          <a:prstGeom prst="rect">
            <a:avLst/>
          </a:prstGeom>
          <a:noFill/>
          <a:ln w="9525">
            <a:noFill/>
          </a:ln>
        </p:spPr>
        <p:txBody>
          <a:bodyPr wrap="square">
            <a:spAutoFit/>
            <a:scene3d>
              <a:camera prst="orthographicFront"/>
              <a:lightRig rig="soft" dir="t">
                <a:rot lat="0" lon="0" rev="15600000"/>
              </a:lightRig>
            </a:scene3d>
            <a:sp3d extrusionH="57150" prstMaterial="softEdge">
              <a:bevelT w="25400" h="38100"/>
            </a:sp3d>
          </a:bodyPr>
          <a:lstStyle/>
          <a:p>
            <a:pPr lvl="0">
              <a:lnSpc>
                <a:spcPct val="100000"/>
              </a:lnSpc>
            </a:pPr>
            <a:r>
              <a:rPr lang="en-US" sz="2800" b="1" dirty="0">
                <a:solidFill>
                  <a:schemeClr val="accent4"/>
                </a:solidFill>
                <a:effectLst/>
                <a:latin typeface="微软雅黑" panose="020B0503020204020204" pitchFamily="2" charset="-122"/>
                <a:ea typeface="微软雅黑" panose="020B0503020204020204" pitchFamily="2" charset="-122"/>
                <a:sym typeface="微软雅黑" panose="020B0503020204020204" pitchFamily="2" charset="-122"/>
              </a:rPr>
              <a:t>5</a:t>
            </a:r>
            <a:r>
              <a:rPr lang="zh-CN" altLang="en-US" sz="2800" b="1" dirty="0">
                <a:solidFill>
                  <a:schemeClr val="accent4"/>
                </a:solidFill>
                <a:effectLst/>
                <a:latin typeface="微软雅黑" panose="020B0503020204020204" pitchFamily="2" charset="-122"/>
                <a:ea typeface="微软雅黑" panose="020B0503020204020204" pitchFamily="2" charset="-122"/>
                <a:sym typeface="微软雅黑" panose="020B0503020204020204" pitchFamily="2" charset="-122"/>
              </a:rPr>
              <a:t>.</a:t>
            </a:r>
            <a:r>
              <a:rPr lang="en-US" altLang="zh-CN" sz="2800" b="1">
                <a:solidFill>
                  <a:schemeClr val="accent4"/>
                </a:solidFill>
                <a:effectLst/>
                <a:latin typeface="微软雅黑" panose="020B0503020204020204" pitchFamily="2" charset="-122"/>
                <a:ea typeface="微软雅黑" panose="020B0503020204020204" pitchFamily="2" charset="-122"/>
                <a:sym typeface="微软雅黑" panose="020B0503020204020204" pitchFamily="2" charset="-122"/>
              </a:rPr>
              <a:t>3</a:t>
            </a:r>
            <a:r>
              <a:rPr lang="zh-CN" altLang="en-US" sz="2800" b="1">
                <a:solidFill>
                  <a:schemeClr val="accent4"/>
                </a:solidFill>
                <a:effectLst/>
                <a:latin typeface="微软雅黑" panose="020B0503020204020204" pitchFamily="2" charset="-122"/>
                <a:ea typeface="微软雅黑" panose="020B0503020204020204" pitchFamily="2" charset="-122"/>
                <a:sym typeface="微软雅黑" panose="020B0503020204020204" pitchFamily="2" charset="-122"/>
              </a:rPr>
              <a:t> </a:t>
            </a:r>
            <a:r>
              <a:rPr lang="zh-CN" altLang="en-US" sz="2800" b="1">
                <a:solidFill>
                  <a:schemeClr val="accent4"/>
                </a:solidFill>
                <a:latin typeface="微软雅黑" panose="020B0503020204020204" pitchFamily="2" charset="-122"/>
                <a:ea typeface="微软雅黑" panose="020B0503020204020204" pitchFamily="2" charset="-122"/>
                <a:sym typeface="微软雅黑" panose="020B0503020204020204" pitchFamily="2" charset="-122"/>
              </a:rPr>
              <a:t>数据无量纲化及权重确定</a:t>
            </a:r>
          </a:p>
        </p:txBody>
      </p:sp>
      <p:sp>
        <p:nvSpPr>
          <p:cNvPr id="10" name="TextBox 28"/>
          <p:cNvSpPr/>
          <p:nvPr/>
        </p:nvSpPr>
        <p:spPr>
          <a:xfrm>
            <a:off x="191770" y="168910"/>
            <a:ext cx="5167630" cy="583565"/>
          </a:xfrm>
          <a:prstGeom prst="rect">
            <a:avLst/>
          </a:prstGeom>
          <a:noFill/>
          <a:ln w="9525">
            <a:noFill/>
          </a:ln>
        </p:spPr>
        <p:txBody>
          <a:bodyPr wrap="square">
            <a:spAutoFit/>
            <a:scene3d>
              <a:camera prst="orthographicFront"/>
              <a:lightRig rig="threePt" dir="t"/>
            </a:scene3d>
          </a:bodyPr>
          <a:lstStyle/>
          <a:p>
            <a:pPr lvl="0"/>
            <a:r>
              <a:rPr lang="en-US" altLang="zh-CN" sz="3200" b="1">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5</a:t>
            </a:r>
            <a:r>
              <a:rPr lang="zh-CN" altLang="en-US" sz="3200" b="1">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  </a:t>
            </a:r>
            <a:r>
              <a:rPr sz="3200" b="1">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综合分析及Python评价</a:t>
            </a:r>
            <a:endParaRPr lang="zh-CN" altLang="en-US" sz="3200" b="1">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endParaRPr>
          </a:p>
        </p:txBody>
      </p:sp>
      <p:sp>
        <p:nvSpPr>
          <p:cNvPr id="5" name="文本框 4"/>
          <p:cNvSpPr txBox="1"/>
          <p:nvPr/>
        </p:nvSpPr>
        <p:spPr>
          <a:xfrm>
            <a:off x="263525" y="1196975"/>
            <a:ext cx="9492615" cy="553085"/>
          </a:xfrm>
          <a:prstGeom prst="rect">
            <a:avLst/>
          </a:prstGeom>
          <a:noFill/>
        </p:spPr>
        <p:txBody>
          <a:bodyPr wrap="square" rtlCol="0" anchor="t">
            <a:spAutoFit/>
          </a:bodyPr>
          <a:lstStyle/>
          <a:p>
            <a:pPr>
              <a:lnSpc>
                <a:spcPct val="125000"/>
              </a:lnSpc>
            </a:pPr>
            <a:r>
              <a:rPr lang="zh-CN" altLang="en-US" sz="2400" b="1">
                <a:solidFill>
                  <a:srgbClr val="C00000"/>
                </a:solidFill>
                <a:sym typeface="+mn-ea"/>
              </a:rPr>
              <a:t>【例 5.2】居民消费数据的无量纲化</a:t>
            </a:r>
          </a:p>
        </p:txBody>
      </p:sp>
      <p:sp>
        <p:nvSpPr>
          <p:cNvPr id="7" name="文本框 6"/>
          <p:cNvSpPr txBox="1"/>
          <p:nvPr/>
        </p:nvSpPr>
        <p:spPr>
          <a:xfrm>
            <a:off x="1055370" y="2132965"/>
            <a:ext cx="7890510" cy="460375"/>
          </a:xfrm>
          <a:prstGeom prst="rect">
            <a:avLst/>
          </a:prstGeom>
          <a:noFill/>
        </p:spPr>
        <p:txBody>
          <a:bodyPr wrap="square" rtlCol="0" anchor="t">
            <a:spAutoFit/>
          </a:bodyPr>
          <a:lstStyle/>
          <a:p>
            <a:r>
              <a:rPr lang="zh-CN" altLang="en-US" sz="2400" b="1">
                <a:solidFill>
                  <a:srgbClr val="0053EC"/>
                </a:solidFill>
              </a:rPr>
              <a:t>这里采用规格化变换方法来计算各个指标单向评价分值</a:t>
            </a:r>
          </a:p>
        </p:txBody>
      </p:sp>
      <p:pic>
        <p:nvPicPr>
          <p:cNvPr id="8" name="图片 7"/>
          <p:cNvPicPr>
            <a:picLocks noChangeAspect="1"/>
          </p:cNvPicPr>
          <p:nvPr/>
        </p:nvPicPr>
        <p:blipFill>
          <a:blip r:embed="rId3"/>
          <a:stretch>
            <a:fillRect/>
          </a:stretch>
        </p:blipFill>
        <p:spPr>
          <a:xfrm>
            <a:off x="2567940" y="3068955"/>
            <a:ext cx="3381375" cy="1028700"/>
          </a:xfrm>
          <a:prstGeom prst="rect">
            <a:avLst/>
          </a:prstGeom>
        </p:spPr>
      </p:pic>
      <p:pic>
        <p:nvPicPr>
          <p:cNvPr id="9" name="图片 8"/>
          <p:cNvPicPr>
            <a:picLocks noChangeAspect="1"/>
          </p:cNvPicPr>
          <p:nvPr/>
        </p:nvPicPr>
        <p:blipFill>
          <a:blip r:embed="rId4"/>
          <a:stretch>
            <a:fillRect/>
          </a:stretch>
        </p:blipFill>
        <p:spPr>
          <a:xfrm>
            <a:off x="839470" y="4796790"/>
            <a:ext cx="9715500" cy="847725"/>
          </a:xfrm>
          <a:prstGeom prst="rect">
            <a:avLst/>
          </a:prstGeom>
        </p:spPr>
      </p:pic>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par>
                                <p:cTn id="7" presetID="2" presetClass="entr" presetSubtype="4" fill="hold" nodeType="withEffect">
                                  <p:stCondLst>
                                    <p:cond delay="0"/>
                                  </p:stCondLst>
                                  <p:childTnLst>
                                    <p:set>
                                      <p:cBhvr>
                                        <p:cTn id="8" dur="1" fill="hold">
                                          <p:stCondLst>
                                            <p:cond delay="0"/>
                                          </p:stCondLst>
                                        </p:cTn>
                                        <p:tgtEl>
                                          <p:spTgt spid="8"/>
                                        </p:tgtEl>
                                        <p:attrNameLst>
                                          <p:attrName>style.visibility</p:attrName>
                                        </p:attrNameLst>
                                      </p:cBhvr>
                                      <p:to>
                                        <p:strVal val="visible"/>
                                      </p:to>
                                    </p:set>
                                    <p:anim calcmode="lin" valueType="num">
                                      <p:cBhvr additive="base">
                                        <p:cTn id="9" dur="500" fill="hold"/>
                                        <p:tgtEl>
                                          <p:spTgt spid="8"/>
                                        </p:tgtEl>
                                        <p:attrNameLst>
                                          <p:attrName>ppt_x</p:attrName>
                                        </p:attrNameLst>
                                      </p:cBhvr>
                                      <p:tavLst>
                                        <p:tav tm="0">
                                          <p:val>
                                            <p:strVal val="#ppt_x"/>
                                          </p:val>
                                        </p:tav>
                                        <p:tav tm="100000">
                                          <p:val>
                                            <p:strVal val="#ppt_x"/>
                                          </p:val>
                                        </p:tav>
                                      </p:tavLst>
                                    </p:anim>
                                    <p:anim calcmode="lin" valueType="num">
                                      <p:cBhvr additive="base">
                                        <p:cTn id="10" dur="500" fill="hold"/>
                                        <p:tgtEl>
                                          <p:spTgt spid="8"/>
                                        </p:tgtEl>
                                        <p:attrNameLst>
                                          <p:attrName>ppt_y</p:attrName>
                                        </p:attrNameLst>
                                      </p:cBhvr>
                                      <p:tavLst>
                                        <p:tav tm="0">
                                          <p:val>
                                            <p:strVal val="1+#ppt_h/2"/>
                                          </p:val>
                                        </p:tav>
                                        <p:tav tm="100000">
                                          <p:val>
                                            <p:strVal val="#ppt_y"/>
                                          </p:val>
                                        </p:tav>
                                      </p:tavLst>
                                    </p:anim>
                                  </p:childTnLst>
                                </p:cTn>
                              </p:par>
                              <p:par>
                                <p:cTn id="11" presetID="2" presetClass="entr" presetSubtype="4" fill="hold" nodeType="withEffect">
                                  <p:stCondLst>
                                    <p:cond delay="0"/>
                                  </p:stCondLst>
                                  <p:childTnLst>
                                    <p:set>
                                      <p:cBhvr>
                                        <p:cTn id="12" dur="1" fill="hold">
                                          <p:stCondLst>
                                            <p:cond delay="0"/>
                                          </p:stCondLst>
                                        </p:cTn>
                                        <p:tgtEl>
                                          <p:spTgt spid="9"/>
                                        </p:tgtEl>
                                        <p:attrNameLst>
                                          <p:attrName>style.visibility</p:attrName>
                                        </p:attrNameLst>
                                      </p:cBhvr>
                                      <p:to>
                                        <p:strVal val="visible"/>
                                      </p:to>
                                    </p:set>
                                    <p:anim calcmode="lin" valueType="num">
                                      <p:cBhvr additive="base">
                                        <p:cTn id="13" dur="500" fill="hold"/>
                                        <p:tgtEl>
                                          <p:spTgt spid="9"/>
                                        </p:tgtEl>
                                        <p:attrNameLst>
                                          <p:attrName>ppt_x</p:attrName>
                                        </p:attrNameLst>
                                      </p:cBhvr>
                                      <p:tavLst>
                                        <p:tav tm="0">
                                          <p:val>
                                            <p:strVal val="#ppt_x"/>
                                          </p:val>
                                        </p:tav>
                                        <p:tav tm="100000">
                                          <p:val>
                                            <p:strVal val="#ppt_x"/>
                                          </p:val>
                                        </p:tav>
                                      </p:tavLst>
                                    </p:anim>
                                    <p:anim calcmode="lin" valueType="num">
                                      <p:cBhvr additive="base">
                                        <p:cTn id="14" dur="500" fill="hold"/>
                                        <p:tgtEl>
                                          <p:spTgt spid="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7" grpId="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直接连接符 29"/>
          <p:cNvSpPr/>
          <p:nvPr/>
        </p:nvSpPr>
        <p:spPr>
          <a:xfrm flipV="1">
            <a:off x="72708" y="948055"/>
            <a:ext cx="12045600" cy="9525"/>
          </a:xfrm>
          <a:prstGeom prst="line">
            <a:avLst/>
          </a:prstGeom>
          <a:ln w="136525" cap="sq" cmpd="sng">
            <a:solidFill>
              <a:srgbClr val="66CCFF"/>
            </a:solidFill>
            <a:prstDash val="solid"/>
            <a:miter/>
            <a:headEnd type="none" w="med" len="med"/>
            <a:tailEnd type="none" w="med" len="med"/>
          </a:ln>
        </p:spPr>
        <p:txBody>
          <a:bodyPr/>
          <a:lstStyle/>
          <a:p>
            <a:endParaRPr lang="zh-CN" altLang="en-US"/>
          </a:p>
        </p:txBody>
      </p:sp>
      <p:sp>
        <p:nvSpPr>
          <p:cNvPr id="4" name="右箭头 3"/>
          <p:cNvSpPr/>
          <p:nvPr/>
        </p:nvSpPr>
        <p:spPr>
          <a:xfrm>
            <a:off x="5231940" y="392430"/>
            <a:ext cx="504190" cy="167005"/>
          </a:xfrm>
          <a:prstGeom prst="rightArrow">
            <a:avLst/>
          </a:prstGeom>
          <a:solidFill>
            <a:schemeClr val="accent2">
              <a:lumMod val="40000"/>
              <a:lumOff val="60000"/>
            </a:schemeClr>
          </a:solidFill>
          <a:ln>
            <a:solidFill>
              <a:srgbClr val="7030A0"/>
            </a:solidFill>
          </a:ln>
        </p:spPr>
        <p:style>
          <a:lnRef idx="2">
            <a:schemeClr val="accent2">
              <a:shade val="50000"/>
            </a:schemeClr>
          </a:lnRef>
          <a:fillRef idx="1">
            <a:schemeClr val="accent2"/>
          </a:fillRef>
          <a:effectRef idx="0">
            <a:schemeClr val="accent2"/>
          </a:effectRef>
          <a:fontRef idx="minor">
            <a:schemeClr val="lt1"/>
          </a:fontRef>
        </p:style>
        <p:txBody>
          <a:bodyPr rtlCol="0" anchor="ctr">
            <a:scene3d>
              <a:camera prst="orthographicFront"/>
              <a:lightRig rig="threePt" dir="t"/>
            </a:scene3d>
          </a:bodyPr>
          <a:lstStyle/>
          <a:p>
            <a:pPr algn="ctr"/>
            <a:endParaRPr lang="zh-CN" altLang="en-US">
              <a:ln>
                <a:solidFill>
                  <a:sysClr val="windowText" lastClr="000000"/>
                </a:solidFill>
              </a:ln>
              <a:solidFill>
                <a:schemeClr val="accent6">
                  <a:lumMod val="60000"/>
                  <a:lumOff val="40000"/>
                </a:schemeClr>
              </a:solidFill>
              <a:effectLst/>
            </a:endParaRPr>
          </a:p>
        </p:txBody>
      </p:sp>
      <p:sp>
        <p:nvSpPr>
          <p:cNvPr id="13" name="TextBox 27"/>
          <p:cNvSpPr/>
          <p:nvPr/>
        </p:nvSpPr>
        <p:spPr>
          <a:xfrm>
            <a:off x="5951990" y="201295"/>
            <a:ext cx="6094730" cy="521970"/>
          </a:xfrm>
          <a:prstGeom prst="rect">
            <a:avLst/>
          </a:prstGeom>
          <a:noFill/>
          <a:ln w="9525">
            <a:noFill/>
          </a:ln>
        </p:spPr>
        <p:txBody>
          <a:bodyPr wrap="square">
            <a:spAutoFit/>
            <a:scene3d>
              <a:camera prst="orthographicFront"/>
              <a:lightRig rig="soft" dir="t">
                <a:rot lat="0" lon="0" rev="15600000"/>
              </a:lightRig>
            </a:scene3d>
            <a:sp3d extrusionH="57150" prstMaterial="softEdge">
              <a:bevelT w="25400" h="38100"/>
            </a:sp3d>
          </a:bodyPr>
          <a:lstStyle/>
          <a:p>
            <a:pPr lvl="0">
              <a:lnSpc>
                <a:spcPct val="100000"/>
              </a:lnSpc>
            </a:pPr>
            <a:r>
              <a:rPr lang="en-US" sz="2800" b="1" dirty="0">
                <a:solidFill>
                  <a:schemeClr val="accent4"/>
                </a:solidFill>
                <a:effectLst/>
                <a:latin typeface="微软雅黑" panose="020B0503020204020204" pitchFamily="2" charset="-122"/>
                <a:ea typeface="微软雅黑" panose="020B0503020204020204" pitchFamily="2" charset="-122"/>
                <a:sym typeface="微软雅黑" panose="020B0503020204020204" pitchFamily="2" charset="-122"/>
              </a:rPr>
              <a:t>5</a:t>
            </a:r>
            <a:r>
              <a:rPr lang="zh-CN" altLang="en-US" sz="2800" b="1" dirty="0">
                <a:solidFill>
                  <a:schemeClr val="accent4"/>
                </a:solidFill>
                <a:effectLst/>
                <a:latin typeface="微软雅黑" panose="020B0503020204020204" pitchFamily="2" charset="-122"/>
                <a:ea typeface="微软雅黑" panose="020B0503020204020204" pitchFamily="2" charset="-122"/>
                <a:sym typeface="微软雅黑" panose="020B0503020204020204" pitchFamily="2" charset="-122"/>
              </a:rPr>
              <a:t>.</a:t>
            </a:r>
            <a:r>
              <a:rPr lang="en-US" altLang="zh-CN" sz="2800" b="1">
                <a:solidFill>
                  <a:schemeClr val="accent4"/>
                </a:solidFill>
                <a:effectLst/>
                <a:latin typeface="微软雅黑" panose="020B0503020204020204" pitchFamily="2" charset="-122"/>
                <a:ea typeface="微软雅黑" panose="020B0503020204020204" pitchFamily="2" charset="-122"/>
                <a:sym typeface="微软雅黑" panose="020B0503020204020204" pitchFamily="2" charset="-122"/>
              </a:rPr>
              <a:t>3</a:t>
            </a:r>
            <a:r>
              <a:rPr lang="zh-CN" altLang="en-US" sz="2800" b="1">
                <a:solidFill>
                  <a:schemeClr val="accent4"/>
                </a:solidFill>
                <a:effectLst/>
                <a:latin typeface="微软雅黑" panose="020B0503020204020204" pitchFamily="2" charset="-122"/>
                <a:ea typeface="微软雅黑" panose="020B0503020204020204" pitchFamily="2" charset="-122"/>
                <a:sym typeface="微软雅黑" panose="020B0503020204020204" pitchFamily="2" charset="-122"/>
              </a:rPr>
              <a:t> </a:t>
            </a:r>
            <a:r>
              <a:rPr lang="zh-CN" altLang="en-US" sz="2800" b="1">
                <a:solidFill>
                  <a:schemeClr val="accent4"/>
                </a:solidFill>
                <a:latin typeface="微软雅黑" panose="020B0503020204020204" pitchFamily="2" charset="-122"/>
                <a:ea typeface="微软雅黑" panose="020B0503020204020204" pitchFamily="2" charset="-122"/>
                <a:sym typeface="微软雅黑" panose="020B0503020204020204" pitchFamily="2" charset="-122"/>
              </a:rPr>
              <a:t>数据无量纲化及权重确定</a:t>
            </a:r>
          </a:p>
        </p:txBody>
      </p:sp>
      <p:sp>
        <p:nvSpPr>
          <p:cNvPr id="10" name="TextBox 28"/>
          <p:cNvSpPr/>
          <p:nvPr/>
        </p:nvSpPr>
        <p:spPr>
          <a:xfrm>
            <a:off x="191770" y="168910"/>
            <a:ext cx="5167630" cy="583565"/>
          </a:xfrm>
          <a:prstGeom prst="rect">
            <a:avLst/>
          </a:prstGeom>
          <a:noFill/>
          <a:ln w="9525">
            <a:noFill/>
          </a:ln>
        </p:spPr>
        <p:txBody>
          <a:bodyPr wrap="square">
            <a:spAutoFit/>
            <a:scene3d>
              <a:camera prst="orthographicFront"/>
              <a:lightRig rig="threePt" dir="t"/>
            </a:scene3d>
          </a:bodyPr>
          <a:lstStyle/>
          <a:p>
            <a:pPr lvl="0"/>
            <a:r>
              <a:rPr lang="en-US" altLang="zh-CN" sz="3200" b="1">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5</a:t>
            </a:r>
            <a:r>
              <a:rPr lang="zh-CN" altLang="en-US" sz="3200" b="1">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  </a:t>
            </a:r>
            <a:r>
              <a:rPr sz="3200" b="1">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综合分析及Python评价</a:t>
            </a:r>
            <a:endParaRPr lang="zh-CN" altLang="en-US" sz="3200" b="1">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endParaRPr>
          </a:p>
        </p:txBody>
      </p:sp>
      <p:sp>
        <p:nvSpPr>
          <p:cNvPr id="5" name="文本框 4"/>
          <p:cNvSpPr txBox="1"/>
          <p:nvPr/>
        </p:nvSpPr>
        <p:spPr>
          <a:xfrm>
            <a:off x="191770" y="1125220"/>
            <a:ext cx="9492615" cy="553085"/>
          </a:xfrm>
          <a:prstGeom prst="rect">
            <a:avLst/>
          </a:prstGeom>
          <a:noFill/>
        </p:spPr>
        <p:txBody>
          <a:bodyPr wrap="square" rtlCol="0" anchor="t">
            <a:spAutoFit/>
          </a:bodyPr>
          <a:lstStyle/>
          <a:p>
            <a:pPr>
              <a:lnSpc>
                <a:spcPct val="125000"/>
              </a:lnSpc>
            </a:pPr>
            <a:r>
              <a:rPr lang="zh-CN" altLang="en-US" sz="2400" b="1">
                <a:solidFill>
                  <a:srgbClr val="C00000"/>
                </a:solidFill>
                <a:sym typeface="+mn-ea"/>
              </a:rPr>
              <a:t>【例 5.2】居民消费数据的无量纲化</a:t>
            </a:r>
          </a:p>
        </p:txBody>
      </p:sp>
      <p:pic>
        <p:nvPicPr>
          <p:cNvPr id="6" name="图片 5"/>
          <p:cNvPicPr>
            <a:picLocks noChangeAspect="1"/>
          </p:cNvPicPr>
          <p:nvPr/>
        </p:nvPicPr>
        <p:blipFill>
          <a:blip r:embed="rId3"/>
          <a:stretch>
            <a:fillRect/>
          </a:stretch>
        </p:blipFill>
        <p:spPr>
          <a:xfrm>
            <a:off x="263525" y="1772920"/>
            <a:ext cx="6877050" cy="1367155"/>
          </a:xfrm>
          <a:prstGeom prst="rect">
            <a:avLst/>
          </a:prstGeom>
        </p:spPr>
      </p:pic>
      <p:pic>
        <p:nvPicPr>
          <p:cNvPr id="11" name="图片 10"/>
          <p:cNvPicPr>
            <a:picLocks noChangeAspect="1"/>
          </p:cNvPicPr>
          <p:nvPr/>
        </p:nvPicPr>
        <p:blipFill>
          <a:blip r:embed="rId4"/>
          <a:stretch>
            <a:fillRect/>
          </a:stretch>
        </p:blipFill>
        <p:spPr>
          <a:xfrm>
            <a:off x="263525" y="3285490"/>
            <a:ext cx="8787130" cy="1047750"/>
          </a:xfrm>
          <a:prstGeom prst="rect">
            <a:avLst/>
          </a:prstGeom>
        </p:spPr>
      </p:pic>
      <p:pic>
        <p:nvPicPr>
          <p:cNvPr id="12" name="图片 11"/>
          <p:cNvPicPr>
            <a:picLocks noChangeAspect="1"/>
          </p:cNvPicPr>
          <p:nvPr/>
        </p:nvPicPr>
        <p:blipFill>
          <a:blip r:embed="rId5"/>
          <a:stretch>
            <a:fillRect/>
          </a:stretch>
        </p:blipFill>
        <p:spPr>
          <a:xfrm>
            <a:off x="2268220" y="1052830"/>
            <a:ext cx="9783445" cy="5702935"/>
          </a:xfrm>
          <a:prstGeom prst="rect">
            <a:avLst/>
          </a:prstGeom>
        </p:spPr>
      </p:pic>
      <p:pic>
        <p:nvPicPr>
          <p:cNvPr id="14" name="图片 13"/>
          <p:cNvPicPr>
            <a:picLocks noChangeAspect="1"/>
          </p:cNvPicPr>
          <p:nvPr/>
        </p:nvPicPr>
        <p:blipFill>
          <a:blip r:embed="rId6"/>
          <a:stretch>
            <a:fillRect/>
          </a:stretch>
        </p:blipFill>
        <p:spPr>
          <a:xfrm>
            <a:off x="2999740" y="1772920"/>
            <a:ext cx="9160510" cy="4836160"/>
          </a:xfrm>
          <a:prstGeom prst="rect">
            <a:avLst/>
          </a:prstGeom>
        </p:spPr>
      </p:pic>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ppt_x"/>
                                          </p:val>
                                        </p:tav>
                                        <p:tav tm="100000">
                                          <p:val>
                                            <p:strVal val="#ppt_x"/>
                                          </p:val>
                                        </p:tav>
                                      </p:tavLst>
                                    </p:anim>
                                    <p:anim calcmode="lin" valueType="num">
                                      <p:cBhvr additive="base">
                                        <p:cTn id="8" dur="500" fill="hold"/>
                                        <p:tgtEl>
                                          <p:spTgt spid="6"/>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11"/>
                                        </p:tgtEl>
                                        <p:attrNameLst>
                                          <p:attrName>style.visibility</p:attrName>
                                        </p:attrNameLst>
                                      </p:cBhvr>
                                      <p:to>
                                        <p:strVal val="visible"/>
                                      </p:to>
                                    </p:set>
                                    <p:anim calcmode="lin" valueType="num">
                                      <p:cBhvr additive="base">
                                        <p:cTn id="13" dur="500" fill="hold"/>
                                        <p:tgtEl>
                                          <p:spTgt spid="11"/>
                                        </p:tgtEl>
                                        <p:attrNameLst>
                                          <p:attrName>ppt_x</p:attrName>
                                        </p:attrNameLst>
                                      </p:cBhvr>
                                      <p:tavLst>
                                        <p:tav tm="0">
                                          <p:val>
                                            <p:strVal val="#ppt_x"/>
                                          </p:val>
                                        </p:tav>
                                        <p:tav tm="100000">
                                          <p:val>
                                            <p:strVal val="#ppt_x"/>
                                          </p:val>
                                        </p:tav>
                                      </p:tavLst>
                                    </p:anim>
                                    <p:anim calcmode="lin" valueType="num">
                                      <p:cBhvr additive="base">
                                        <p:cTn id="14" dur="500" fill="hold"/>
                                        <p:tgtEl>
                                          <p:spTgt spid="11"/>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12"/>
                                        </p:tgtEl>
                                        <p:attrNameLst>
                                          <p:attrName>style.visibility</p:attrName>
                                        </p:attrNameLst>
                                      </p:cBhvr>
                                      <p:to>
                                        <p:strVal val="visible"/>
                                      </p:to>
                                    </p:set>
                                    <p:anim calcmode="lin" valueType="num">
                                      <p:cBhvr additive="base">
                                        <p:cTn id="19" dur="500" fill="hold"/>
                                        <p:tgtEl>
                                          <p:spTgt spid="12"/>
                                        </p:tgtEl>
                                        <p:attrNameLst>
                                          <p:attrName>ppt_x</p:attrName>
                                        </p:attrNameLst>
                                      </p:cBhvr>
                                      <p:tavLst>
                                        <p:tav tm="0">
                                          <p:val>
                                            <p:strVal val="#ppt_x"/>
                                          </p:val>
                                        </p:tav>
                                        <p:tav tm="100000">
                                          <p:val>
                                            <p:strVal val="#ppt_x"/>
                                          </p:val>
                                        </p:tav>
                                      </p:tavLst>
                                    </p:anim>
                                    <p:anim calcmode="lin" valueType="num">
                                      <p:cBhvr additive="base">
                                        <p:cTn id="20" dur="500" fill="hold"/>
                                        <p:tgtEl>
                                          <p:spTgt spid="12"/>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14"/>
                                        </p:tgtEl>
                                        <p:attrNameLst>
                                          <p:attrName>style.visibility</p:attrName>
                                        </p:attrNameLst>
                                      </p:cBhvr>
                                      <p:to>
                                        <p:strVal val="visible"/>
                                      </p:to>
                                    </p:set>
                                    <p:anim calcmode="lin" valueType="num">
                                      <p:cBhvr additive="base">
                                        <p:cTn id="25" dur="500" fill="hold"/>
                                        <p:tgtEl>
                                          <p:spTgt spid="14"/>
                                        </p:tgtEl>
                                        <p:attrNameLst>
                                          <p:attrName>ppt_x</p:attrName>
                                        </p:attrNameLst>
                                      </p:cBhvr>
                                      <p:tavLst>
                                        <p:tav tm="0">
                                          <p:val>
                                            <p:strVal val="#ppt_x"/>
                                          </p:val>
                                        </p:tav>
                                        <p:tav tm="100000">
                                          <p:val>
                                            <p:strVal val="#ppt_x"/>
                                          </p:val>
                                        </p:tav>
                                      </p:tavLst>
                                    </p:anim>
                                    <p:anim calcmode="lin" valueType="num">
                                      <p:cBhvr additive="base">
                                        <p:cTn id="26" dur="500" fill="hold"/>
                                        <p:tgtEl>
                                          <p:spTgt spid="1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直接连接符 29"/>
          <p:cNvSpPr/>
          <p:nvPr/>
        </p:nvSpPr>
        <p:spPr>
          <a:xfrm flipV="1">
            <a:off x="72708" y="948055"/>
            <a:ext cx="12045600" cy="9525"/>
          </a:xfrm>
          <a:prstGeom prst="line">
            <a:avLst/>
          </a:prstGeom>
          <a:ln w="136525" cap="sq" cmpd="sng">
            <a:solidFill>
              <a:srgbClr val="66CCFF"/>
            </a:solidFill>
            <a:prstDash val="solid"/>
            <a:miter/>
            <a:headEnd type="none" w="med" len="med"/>
            <a:tailEnd type="none" w="med" len="med"/>
          </a:ln>
        </p:spPr>
        <p:txBody>
          <a:bodyPr/>
          <a:lstStyle/>
          <a:p>
            <a:endParaRPr lang="zh-CN" altLang="en-US"/>
          </a:p>
        </p:txBody>
      </p:sp>
      <p:sp>
        <p:nvSpPr>
          <p:cNvPr id="4" name="右箭头 3"/>
          <p:cNvSpPr/>
          <p:nvPr/>
        </p:nvSpPr>
        <p:spPr>
          <a:xfrm>
            <a:off x="5231940" y="392430"/>
            <a:ext cx="504190" cy="167005"/>
          </a:xfrm>
          <a:prstGeom prst="rightArrow">
            <a:avLst/>
          </a:prstGeom>
          <a:solidFill>
            <a:schemeClr val="accent2">
              <a:lumMod val="40000"/>
              <a:lumOff val="60000"/>
            </a:schemeClr>
          </a:solidFill>
          <a:ln>
            <a:solidFill>
              <a:srgbClr val="7030A0"/>
            </a:solidFill>
          </a:ln>
        </p:spPr>
        <p:style>
          <a:lnRef idx="2">
            <a:schemeClr val="accent2">
              <a:shade val="50000"/>
            </a:schemeClr>
          </a:lnRef>
          <a:fillRef idx="1">
            <a:schemeClr val="accent2"/>
          </a:fillRef>
          <a:effectRef idx="0">
            <a:schemeClr val="accent2"/>
          </a:effectRef>
          <a:fontRef idx="minor">
            <a:schemeClr val="lt1"/>
          </a:fontRef>
        </p:style>
        <p:txBody>
          <a:bodyPr rtlCol="0" anchor="ctr">
            <a:scene3d>
              <a:camera prst="orthographicFront"/>
              <a:lightRig rig="threePt" dir="t"/>
            </a:scene3d>
          </a:bodyPr>
          <a:lstStyle/>
          <a:p>
            <a:pPr algn="ctr"/>
            <a:endParaRPr lang="zh-CN" altLang="en-US">
              <a:ln>
                <a:solidFill>
                  <a:sysClr val="windowText" lastClr="000000"/>
                </a:solidFill>
              </a:ln>
              <a:solidFill>
                <a:schemeClr val="accent6">
                  <a:lumMod val="60000"/>
                  <a:lumOff val="40000"/>
                </a:schemeClr>
              </a:solidFill>
              <a:effectLst/>
            </a:endParaRPr>
          </a:p>
        </p:txBody>
      </p:sp>
      <p:sp>
        <p:nvSpPr>
          <p:cNvPr id="13" name="TextBox 27"/>
          <p:cNvSpPr/>
          <p:nvPr/>
        </p:nvSpPr>
        <p:spPr>
          <a:xfrm>
            <a:off x="5951990" y="201295"/>
            <a:ext cx="6094730" cy="521970"/>
          </a:xfrm>
          <a:prstGeom prst="rect">
            <a:avLst/>
          </a:prstGeom>
          <a:noFill/>
          <a:ln w="9525">
            <a:noFill/>
          </a:ln>
        </p:spPr>
        <p:txBody>
          <a:bodyPr wrap="square">
            <a:spAutoFit/>
            <a:scene3d>
              <a:camera prst="orthographicFront"/>
              <a:lightRig rig="soft" dir="t">
                <a:rot lat="0" lon="0" rev="15600000"/>
              </a:lightRig>
            </a:scene3d>
            <a:sp3d extrusionH="57150" prstMaterial="softEdge">
              <a:bevelT w="25400" h="38100"/>
            </a:sp3d>
          </a:bodyPr>
          <a:lstStyle/>
          <a:p>
            <a:pPr lvl="0">
              <a:lnSpc>
                <a:spcPct val="100000"/>
              </a:lnSpc>
            </a:pPr>
            <a:r>
              <a:rPr lang="en-US" sz="2800" b="1" dirty="0">
                <a:solidFill>
                  <a:schemeClr val="accent4"/>
                </a:solidFill>
                <a:effectLst/>
                <a:latin typeface="微软雅黑" panose="020B0503020204020204" pitchFamily="2" charset="-122"/>
                <a:ea typeface="微软雅黑" panose="020B0503020204020204" pitchFamily="2" charset="-122"/>
                <a:sym typeface="微软雅黑" panose="020B0503020204020204" pitchFamily="2" charset="-122"/>
              </a:rPr>
              <a:t>5</a:t>
            </a:r>
            <a:r>
              <a:rPr lang="zh-CN" altLang="en-US" sz="2800" b="1" dirty="0">
                <a:solidFill>
                  <a:schemeClr val="accent4"/>
                </a:solidFill>
                <a:effectLst/>
                <a:latin typeface="微软雅黑" panose="020B0503020204020204" pitchFamily="2" charset="-122"/>
                <a:ea typeface="微软雅黑" panose="020B0503020204020204" pitchFamily="2" charset="-122"/>
                <a:sym typeface="微软雅黑" panose="020B0503020204020204" pitchFamily="2" charset="-122"/>
              </a:rPr>
              <a:t>.</a:t>
            </a:r>
            <a:r>
              <a:rPr lang="en-US" altLang="zh-CN" sz="2800" b="1">
                <a:solidFill>
                  <a:schemeClr val="accent4"/>
                </a:solidFill>
                <a:effectLst/>
                <a:latin typeface="微软雅黑" panose="020B0503020204020204" pitchFamily="2" charset="-122"/>
                <a:ea typeface="微软雅黑" panose="020B0503020204020204" pitchFamily="2" charset="-122"/>
                <a:sym typeface="微软雅黑" panose="020B0503020204020204" pitchFamily="2" charset="-122"/>
              </a:rPr>
              <a:t>3</a:t>
            </a:r>
            <a:r>
              <a:rPr lang="zh-CN" altLang="en-US" sz="2800" b="1">
                <a:solidFill>
                  <a:schemeClr val="accent4"/>
                </a:solidFill>
                <a:effectLst/>
                <a:latin typeface="微软雅黑" panose="020B0503020204020204" pitchFamily="2" charset="-122"/>
                <a:ea typeface="微软雅黑" panose="020B0503020204020204" pitchFamily="2" charset="-122"/>
                <a:sym typeface="微软雅黑" panose="020B0503020204020204" pitchFamily="2" charset="-122"/>
              </a:rPr>
              <a:t> </a:t>
            </a:r>
            <a:r>
              <a:rPr lang="zh-CN" altLang="en-US" sz="2800" b="1">
                <a:solidFill>
                  <a:schemeClr val="accent4"/>
                </a:solidFill>
                <a:latin typeface="微软雅黑" panose="020B0503020204020204" pitchFamily="2" charset="-122"/>
                <a:ea typeface="微软雅黑" panose="020B0503020204020204" pitchFamily="2" charset="-122"/>
                <a:sym typeface="微软雅黑" panose="020B0503020204020204" pitchFamily="2" charset="-122"/>
              </a:rPr>
              <a:t>数据无量纲化及权重确定</a:t>
            </a:r>
          </a:p>
        </p:txBody>
      </p:sp>
      <p:sp>
        <p:nvSpPr>
          <p:cNvPr id="10" name="TextBox 28"/>
          <p:cNvSpPr/>
          <p:nvPr/>
        </p:nvSpPr>
        <p:spPr>
          <a:xfrm>
            <a:off x="191770" y="168910"/>
            <a:ext cx="5167630" cy="583565"/>
          </a:xfrm>
          <a:prstGeom prst="rect">
            <a:avLst/>
          </a:prstGeom>
          <a:noFill/>
          <a:ln w="9525">
            <a:noFill/>
          </a:ln>
        </p:spPr>
        <p:txBody>
          <a:bodyPr wrap="square">
            <a:spAutoFit/>
            <a:scene3d>
              <a:camera prst="orthographicFront"/>
              <a:lightRig rig="threePt" dir="t"/>
            </a:scene3d>
          </a:bodyPr>
          <a:lstStyle/>
          <a:p>
            <a:pPr lvl="0"/>
            <a:r>
              <a:rPr lang="en-US" altLang="zh-CN" sz="3200" b="1">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5</a:t>
            </a:r>
            <a:r>
              <a:rPr lang="zh-CN" altLang="en-US" sz="3200" b="1">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  </a:t>
            </a:r>
            <a:r>
              <a:rPr sz="3200" b="1">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综合分析及Python评价</a:t>
            </a:r>
            <a:endParaRPr lang="zh-CN" altLang="en-US" sz="3200" b="1">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endParaRPr>
          </a:p>
        </p:txBody>
      </p:sp>
      <p:sp>
        <p:nvSpPr>
          <p:cNvPr id="7" name="文本框 6"/>
          <p:cNvSpPr txBox="1"/>
          <p:nvPr>
            <p:custDataLst>
              <p:tags r:id="rId1"/>
            </p:custDataLst>
          </p:nvPr>
        </p:nvSpPr>
        <p:spPr>
          <a:xfrm>
            <a:off x="263525" y="1182370"/>
            <a:ext cx="7406640" cy="521970"/>
          </a:xfrm>
          <a:prstGeom prst="rect">
            <a:avLst/>
          </a:prstGeom>
          <a:noFill/>
        </p:spPr>
        <p:txBody>
          <a:bodyPr wrap="square" rtlCol="0" anchor="t">
            <a:spAutoFit/>
          </a:bodyPr>
          <a:lstStyle/>
          <a:p>
            <a:r>
              <a:rPr lang="zh-CN" altLang="en-US" sz="2800" b="1">
                <a:solidFill>
                  <a:srgbClr val="C00000"/>
                </a:solidFill>
              </a:rPr>
              <a:t>5.3.</a:t>
            </a:r>
            <a:r>
              <a:rPr lang="en-US" altLang="zh-CN" sz="2800" b="1">
                <a:solidFill>
                  <a:srgbClr val="C00000"/>
                </a:solidFill>
              </a:rPr>
              <a:t>2</a:t>
            </a:r>
            <a:r>
              <a:rPr lang="zh-CN" altLang="en-US" sz="2800" b="1">
                <a:solidFill>
                  <a:srgbClr val="C00000"/>
                </a:solidFill>
              </a:rPr>
              <a:t> 评价指标权重确定方法</a:t>
            </a:r>
          </a:p>
        </p:txBody>
      </p:sp>
      <p:sp>
        <p:nvSpPr>
          <p:cNvPr id="8" name="矩形 7"/>
          <p:cNvSpPr/>
          <p:nvPr/>
        </p:nvSpPr>
        <p:spPr>
          <a:xfrm>
            <a:off x="336100" y="1929009"/>
            <a:ext cx="11232779" cy="521970"/>
          </a:xfrm>
          <a:prstGeom prst="rect">
            <a:avLst/>
          </a:prstGeom>
        </p:spPr>
        <p:txBody>
          <a:bodyPr wrap="square">
            <a:spAutoFit/>
          </a:bodyPr>
          <a:lstStyle/>
          <a:p>
            <a:r>
              <a:rPr lang="zh-CN" altLang="en-US" sz="2800">
                <a:solidFill>
                  <a:schemeClr val="tx1"/>
                </a:solidFill>
              </a:rPr>
              <a:t>权重是指在评价指标体系中每个指标的重要程度占该指标群的比重</a:t>
            </a:r>
          </a:p>
        </p:txBody>
      </p:sp>
      <p:sp>
        <p:nvSpPr>
          <p:cNvPr id="9" name="矩形 6"/>
          <p:cNvSpPr/>
          <p:nvPr/>
        </p:nvSpPr>
        <p:spPr>
          <a:xfrm>
            <a:off x="456500" y="2675950"/>
            <a:ext cx="5480050" cy="3408754"/>
          </a:xfrm>
          <a:prstGeom prst="rect">
            <a:avLst/>
          </a:prstGeom>
          <a:noFill/>
          <a:ln w="9525">
            <a:solidFill>
              <a:schemeClr val="accent1"/>
            </a:solidFill>
          </a:ln>
        </p:spPr>
        <p:txBody>
          <a:bodyPr wrap="square">
            <a:spAutoFit/>
          </a:bodyPr>
          <a:lstStyle/>
          <a:p>
            <a:pPr marL="342900" indent="-342900" algn="just">
              <a:lnSpc>
                <a:spcPct val="200000"/>
              </a:lnSpc>
              <a:buFont typeface="Wingdings" panose="05000000000000000000" pitchFamily="2" charset="2"/>
              <a:buChar char="Ø"/>
            </a:pPr>
            <a:r>
              <a:rPr lang="zh-CN" altLang="en-US" sz="2800" b="1" dirty="0">
                <a:solidFill>
                  <a:srgbClr val="0053EC"/>
                </a:solidFill>
                <a:latin typeface="微软雅黑" panose="020B0503020204020204" pitchFamily="2" charset="-122"/>
                <a:ea typeface="微软雅黑" panose="020B0503020204020204" pitchFamily="2" charset="-122"/>
              </a:rPr>
              <a:t>德尔菲法确定权重</a:t>
            </a:r>
            <a:endParaRPr lang="en-US" altLang="zh-CN" sz="2800" b="1" dirty="0">
              <a:solidFill>
                <a:srgbClr val="0053EC"/>
              </a:solidFill>
              <a:latin typeface="微软雅黑" panose="020B0503020204020204" pitchFamily="2" charset="-122"/>
              <a:ea typeface="微软雅黑" panose="020B0503020204020204" pitchFamily="2" charset="-122"/>
            </a:endParaRPr>
          </a:p>
          <a:p>
            <a:pPr lvl="1" algn="just">
              <a:lnSpc>
                <a:spcPct val="200000"/>
              </a:lnSpc>
            </a:pPr>
            <a:r>
              <a:rPr lang="zh-CN" altLang="en-US" sz="2800"/>
              <a:t>由评价</a:t>
            </a:r>
            <a:r>
              <a:rPr lang="zh-CN" altLang="en-US" sz="2800" dirty="0"/>
              <a:t>对象所属领域内专家</a:t>
            </a:r>
            <a:r>
              <a:rPr lang="zh-CN" altLang="en-US" sz="2800"/>
              <a:t>对各个评价</a:t>
            </a:r>
            <a:r>
              <a:rPr lang="zh-CN" altLang="en-US" sz="2800" dirty="0"/>
              <a:t>指标的重要程度进行评定，给</a:t>
            </a:r>
            <a:r>
              <a:rPr lang="zh-CN" altLang="en-US" sz="2800"/>
              <a:t>出权数</a:t>
            </a:r>
            <a:endParaRPr lang="en-US" altLang="zh-CN" sz="2800" dirty="0"/>
          </a:p>
        </p:txBody>
      </p:sp>
      <p:sp>
        <p:nvSpPr>
          <p:cNvPr id="15" name="矩形 6"/>
          <p:cNvSpPr/>
          <p:nvPr/>
        </p:nvSpPr>
        <p:spPr>
          <a:xfrm>
            <a:off x="6240010" y="2675950"/>
            <a:ext cx="5675943" cy="3408754"/>
          </a:xfrm>
          <a:prstGeom prst="rect">
            <a:avLst/>
          </a:prstGeom>
          <a:noFill/>
          <a:ln w="9525">
            <a:solidFill>
              <a:schemeClr val="accent1"/>
            </a:solidFill>
          </a:ln>
        </p:spPr>
        <p:txBody>
          <a:bodyPr wrap="square">
            <a:spAutoFit/>
          </a:bodyPr>
          <a:lstStyle/>
          <a:p>
            <a:pPr marL="342900" lvl="0" indent="-342900" algn="just">
              <a:lnSpc>
                <a:spcPct val="200000"/>
              </a:lnSpc>
              <a:buFont typeface="Wingdings" panose="05000000000000000000" pitchFamily="2" charset="2"/>
              <a:buChar char="Ø"/>
            </a:pPr>
            <a:r>
              <a:rPr lang="zh-CN" altLang="en-US" sz="2800" b="1"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rPr>
              <a:t>层次分析法确定权重</a:t>
            </a:r>
            <a:endParaRPr lang="en-US" altLang="zh-CN" sz="2800" b="1" dirty="0">
              <a:solidFill>
                <a:srgbClr val="0053EC"/>
              </a:solidFill>
              <a:latin typeface="微软雅黑" panose="020B0503020204020204" pitchFamily="2" charset="-122"/>
              <a:ea typeface="微软雅黑" panose="020B0503020204020204" pitchFamily="2" charset="-122"/>
              <a:sym typeface="微软雅黑" panose="020B0503020204020204" pitchFamily="2" charset="-122"/>
            </a:endParaRPr>
          </a:p>
          <a:p>
            <a:pPr lvl="1" algn="just">
              <a:lnSpc>
                <a:spcPct val="200000"/>
              </a:lnSpc>
            </a:pPr>
            <a:r>
              <a:rPr lang="zh-CN" altLang="en-US" sz="2800"/>
              <a:t>通过</a:t>
            </a:r>
            <a:r>
              <a:rPr lang="zh-CN" altLang="en-US" sz="2800" dirty="0"/>
              <a:t>指标之间的两两比较确定出各自的相对重要程度，然后通过客观运算来确定各评价指标权数</a:t>
            </a:r>
            <a:endParaRPr lang="en-US" altLang="zh-CN" sz="2800" dirty="0"/>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additive="base">
                                        <p:cTn id="7" dur="500" fill="hold"/>
                                        <p:tgtEl>
                                          <p:spTgt spid="8"/>
                                        </p:tgtEl>
                                        <p:attrNameLst>
                                          <p:attrName>ppt_x</p:attrName>
                                        </p:attrNameLst>
                                      </p:cBhvr>
                                      <p:tavLst>
                                        <p:tav tm="0">
                                          <p:val>
                                            <p:strVal val="#ppt_x"/>
                                          </p:val>
                                        </p:tav>
                                        <p:tav tm="100000">
                                          <p:val>
                                            <p:strVal val="#ppt_x"/>
                                          </p:val>
                                        </p:tav>
                                      </p:tavLst>
                                    </p:anim>
                                    <p:anim calcmode="lin" valueType="num">
                                      <p:cBhvr additive="base">
                                        <p:cTn id="8" dur="500" fill="hold"/>
                                        <p:tgtEl>
                                          <p:spTgt spid="8"/>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9"/>
                                        </p:tgtEl>
                                        <p:attrNameLst>
                                          <p:attrName>style.visibility</p:attrName>
                                        </p:attrNameLst>
                                      </p:cBhvr>
                                      <p:to>
                                        <p:strVal val="visible"/>
                                      </p:to>
                                    </p:set>
                                    <p:anim calcmode="lin" valueType="num">
                                      <p:cBhvr additive="base">
                                        <p:cTn id="13" dur="500" fill="hold"/>
                                        <p:tgtEl>
                                          <p:spTgt spid="9"/>
                                        </p:tgtEl>
                                        <p:attrNameLst>
                                          <p:attrName>ppt_x</p:attrName>
                                        </p:attrNameLst>
                                      </p:cBhvr>
                                      <p:tavLst>
                                        <p:tav tm="0">
                                          <p:val>
                                            <p:strVal val="#ppt_x"/>
                                          </p:val>
                                        </p:tav>
                                        <p:tav tm="100000">
                                          <p:val>
                                            <p:strVal val="#ppt_x"/>
                                          </p:val>
                                        </p:tav>
                                      </p:tavLst>
                                    </p:anim>
                                    <p:anim calcmode="lin" valueType="num">
                                      <p:cBhvr additive="base">
                                        <p:cTn id="14" dur="500" fill="hold"/>
                                        <p:tgtEl>
                                          <p:spTgt spid="9"/>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15"/>
                                        </p:tgtEl>
                                        <p:attrNameLst>
                                          <p:attrName>style.visibility</p:attrName>
                                        </p:attrNameLst>
                                      </p:cBhvr>
                                      <p:to>
                                        <p:strVal val="visible"/>
                                      </p:to>
                                    </p:set>
                                    <p:anim calcmode="lin" valueType="num">
                                      <p:cBhvr additive="base">
                                        <p:cTn id="19" dur="500" fill="hold"/>
                                        <p:tgtEl>
                                          <p:spTgt spid="15"/>
                                        </p:tgtEl>
                                        <p:attrNameLst>
                                          <p:attrName>ppt_x</p:attrName>
                                        </p:attrNameLst>
                                      </p:cBhvr>
                                      <p:tavLst>
                                        <p:tav tm="0">
                                          <p:val>
                                            <p:strVal val="#ppt_x"/>
                                          </p:val>
                                        </p:tav>
                                        <p:tav tm="100000">
                                          <p:val>
                                            <p:strVal val="#ppt_x"/>
                                          </p:val>
                                        </p:tav>
                                      </p:tavLst>
                                    </p:anim>
                                    <p:anim calcmode="lin" valueType="num">
                                      <p:cBhvr additive="base">
                                        <p:cTn id="20" dur="500" fill="hold"/>
                                        <p:tgtEl>
                                          <p:spTgt spid="1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8" grpId="1"/>
      <p:bldP spid="9" grpId="0" bldLvl="0" animBg="1"/>
      <p:bldP spid="9" grpId="1" animBg="1"/>
      <p:bldP spid="15" grpId="0" bldLvl="0" animBg="1"/>
      <p:bldP spid="15" grpId="1"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直接连接符 29"/>
          <p:cNvSpPr/>
          <p:nvPr/>
        </p:nvSpPr>
        <p:spPr>
          <a:xfrm flipV="1">
            <a:off x="72708" y="948055"/>
            <a:ext cx="12045600" cy="9525"/>
          </a:xfrm>
          <a:prstGeom prst="line">
            <a:avLst/>
          </a:prstGeom>
          <a:ln w="136525" cap="sq" cmpd="sng">
            <a:solidFill>
              <a:srgbClr val="66CCFF"/>
            </a:solidFill>
            <a:prstDash val="solid"/>
            <a:miter/>
            <a:headEnd type="none" w="med" len="med"/>
            <a:tailEnd type="none" w="med" len="med"/>
          </a:ln>
        </p:spPr>
        <p:txBody>
          <a:bodyPr/>
          <a:lstStyle/>
          <a:p>
            <a:endParaRPr lang="zh-CN" altLang="en-US"/>
          </a:p>
        </p:txBody>
      </p:sp>
      <p:sp>
        <p:nvSpPr>
          <p:cNvPr id="4" name="右箭头 3"/>
          <p:cNvSpPr/>
          <p:nvPr/>
        </p:nvSpPr>
        <p:spPr>
          <a:xfrm>
            <a:off x="5231940" y="392430"/>
            <a:ext cx="504190" cy="167005"/>
          </a:xfrm>
          <a:prstGeom prst="rightArrow">
            <a:avLst/>
          </a:prstGeom>
          <a:solidFill>
            <a:schemeClr val="accent2">
              <a:lumMod val="40000"/>
              <a:lumOff val="60000"/>
            </a:schemeClr>
          </a:solidFill>
          <a:ln>
            <a:solidFill>
              <a:srgbClr val="7030A0"/>
            </a:solidFill>
          </a:ln>
        </p:spPr>
        <p:style>
          <a:lnRef idx="2">
            <a:schemeClr val="accent2">
              <a:shade val="50000"/>
            </a:schemeClr>
          </a:lnRef>
          <a:fillRef idx="1">
            <a:schemeClr val="accent2"/>
          </a:fillRef>
          <a:effectRef idx="0">
            <a:schemeClr val="accent2"/>
          </a:effectRef>
          <a:fontRef idx="minor">
            <a:schemeClr val="lt1"/>
          </a:fontRef>
        </p:style>
        <p:txBody>
          <a:bodyPr rtlCol="0" anchor="ctr">
            <a:scene3d>
              <a:camera prst="orthographicFront"/>
              <a:lightRig rig="threePt" dir="t"/>
            </a:scene3d>
          </a:bodyPr>
          <a:lstStyle/>
          <a:p>
            <a:pPr algn="ctr"/>
            <a:endParaRPr lang="zh-CN" altLang="en-US">
              <a:ln>
                <a:solidFill>
                  <a:sysClr val="windowText" lastClr="000000"/>
                </a:solidFill>
              </a:ln>
              <a:solidFill>
                <a:schemeClr val="accent6">
                  <a:lumMod val="60000"/>
                  <a:lumOff val="40000"/>
                </a:schemeClr>
              </a:solidFill>
              <a:effectLst/>
            </a:endParaRPr>
          </a:p>
        </p:txBody>
      </p:sp>
      <p:sp>
        <p:nvSpPr>
          <p:cNvPr id="13" name="TextBox 27"/>
          <p:cNvSpPr/>
          <p:nvPr/>
        </p:nvSpPr>
        <p:spPr>
          <a:xfrm>
            <a:off x="5951990" y="201295"/>
            <a:ext cx="6094730" cy="521970"/>
          </a:xfrm>
          <a:prstGeom prst="rect">
            <a:avLst/>
          </a:prstGeom>
          <a:noFill/>
          <a:ln w="9525">
            <a:noFill/>
          </a:ln>
        </p:spPr>
        <p:txBody>
          <a:bodyPr wrap="square">
            <a:spAutoFit/>
            <a:scene3d>
              <a:camera prst="orthographicFront"/>
              <a:lightRig rig="soft" dir="t">
                <a:rot lat="0" lon="0" rev="15600000"/>
              </a:lightRig>
            </a:scene3d>
            <a:sp3d extrusionH="57150" prstMaterial="softEdge">
              <a:bevelT w="25400" h="38100"/>
            </a:sp3d>
          </a:bodyPr>
          <a:lstStyle/>
          <a:p>
            <a:pPr lvl="0">
              <a:lnSpc>
                <a:spcPct val="100000"/>
              </a:lnSpc>
            </a:pPr>
            <a:r>
              <a:rPr lang="en-US" sz="2800" b="1" dirty="0">
                <a:solidFill>
                  <a:schemeClr val="accent4"/>
                </a:solidFill>
                <a:effectLst/>
                <a:latin typeface="微软雅黑" panose="020B0503020204020204" pitchFamily="2" charset="-122"/>
                <a:ea typeface="微软雅黑" panose="020B0503020204020204" pitchFamily="2" charset="-122"/>
                <a:sym typeface="微软雅黑" panose="020B0503020204020204" pitchFamily="2" charset="-122"/>
              </a:rPr>
              <a:t>5</a:t>
            </a:r>
            <a:r>
              <a:rPr lang="zh-CN" altLang="en-US" sz="2800" b="1" dirty="0">
                <a:solidFill>
                  <a:schemeClr val="accent4"/>
                </a:solidFill>
                <a:effectLst/>
                <a:latin typeface="微软雅黑" panose="020B0503020204020204" pitchFamily="2" charset="-122"/>
                <a:ea typeface="微软雅黑" panose="020B0503020204020204" pitchFamily="2" charset="-122"/>
                <a:sym typeface="微软雅黑" panose="020B0503020204020204" pitchFamily="2" charset="-122"/>
              </a:rPr>
              <a:t>.</a:t>
            </a:r>
            <a:r>
              <a:rPr lang="en-US" altLang="zh-CN" sz="2800" b="1">
                <a:solidFill>
                  <a:schemeClr val="accent4"/>
                </a:solidFill>
                <a:effectLst/>
                <a:latin typeface="微软雅黑" panose="020B0503020204020204" pitchFamily="2" charset="-122"/>
                <a:ea typeface="微软雅黑" panose="020B0503020204020204" pitchFamily="2" charset="-122"/>
                <a:sym typeface="微软雅黑" panose="020B0503020204020204" pitchFamily="2" charset="-122"/>
              </a:rPr>
              <a:t>3</a:t>
            </a:r>
            <a:r>
              <a:rPr lang="zh-CN" altLang="en-US" sz="2800" b="1">
                <a:solidFill>
                  <a:schemeClr val="accent4"/>
                </a:solidFill>
                <a:effectLst/>
                <a:latin typeface="微软雅黑" panose="020B0503020204020204" pitchFamily="2" charset="-122"/>
                <a:ea typeface="微软雅黑" panose="020B0503020204020204" pitchFamily="2" charset="-122"/>
                <a:sym typeface="微软雅黑" panose="020B0503020204020204" pitchFamily="2" charset="-122"/>
              </a:rPr>
              <a:t> </a:t>
            </a:r>
            <a:r>
              <a:rPr lang="zh-CN" altLang="en-US" sz="2800" b="1">
                <a:solidFill>
                  <a:schemeClr val="accent4"/>
                </a:solidFill>
                <a:latin typeface="微软雅黑" panose="020B0503020204020204" pitchFamily="2" charset="-122"/>
                <a:ea typeface="微软雅黑" panose="020B0503020204020204" pitchFamily="2" charset="-122"/>
                <a:sym typeface="微软雅黑" panose="020B0503020204020204" pitchFamily="2" charset="-122"/>
              </a:rPr>
              <a:t>数据无量纲化及权重确定</a:t>
            </a:r>
          </a:p>
        </p:txBody>
      </p:sp>
      <p:sp>
        <p:nvSpPr>
          <p:cNvPr id="10" name="TextBox 28"/>
          <p:cNvSpPr/>
          <p:nvPr/>
        </p:nvSpPr>
        <p:spPr>
          <a:xfrm>
            <a:off x="191770" y="168910"/>
            <a:ext cx="5167630" cy="583565"/>
          </a:xfrm>
          <a:prstGeom prst="rect">
            <a:avLst/>
          </a:prstGeom>
          <a:noFill/>
          <a:ln w="9525">
            <a:noFill/>
          </a:ln>
        </p:spPr>
        <p:txBody>
          <a:bodyPr wrap="square">
            <a:spAutoFit/>
            <a:scene3d>
              <a:camera prst="orthographicFront"/>
              <a:lightRig rig="threePt" dir="t"/>
            </a:scene3d>
          </a:bodyPr>
          <a:lstStyle/>
          <a:p>
            <a:pPr lvl="0"/>
            <a:r>
              <a:rPr lang="en-US" altLang="zh-CN" sz="3200" b="1">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5</a:t>
            </a:r>
            <a:r>
              <a:rPr lang="zh-CN" altLang="en-US" sz="3200" b="1">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  </a:t>
            </a:r>
            <a:r>
              <a:rPr sz="3200" b="1">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综合分析及Python评价</a:t>
            </a:r>
            <a:endParaRPr lang="zh-CN" altLang="en-US" sz="3200" b="1">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endParaRPr>
          </a:p>
        </p:txBody>
      </p:sp>
      <p:sp>
        <p:nvSpPr>
          <p:cNvPr id="7" name="文本框 6"/>
          <p:cNvSpPr txBox="1"/>
          <p:nvPr>
            <p:custDataLst>
              <p:tags r:id="rId1"/>
            </p:custDataLst>
          </p:nvPr>
        </p:nvSpPr>
        <p:spPr>
          <a:xfrm>
            <a:off x="263525" y="1182370"/>
            <a:ext cx="7406640" cy="521970"/>
          </a:xfrm>
          <a:prstGeom prst="rect">
            <a:avLst/>
          </a:prstGeom>
          <a:noFill/>
        </p:spPr>
        <p:txBody>
          <a:bodyPr wrap="square" rtlCol="0" anchor="t">
            <a:spAutoFit/>
          </a:bodyPr>
          <a:lstStyle/>
          <a:p>
            <a:r>
              <a:rPr lang="zh-CN" altLang="en-US" sz="2800" b="1">
                <a:solidFill>
                  <a:srgbClr val="C00000"/>
                </a:solidFill>
              </a:rPr>
              <a:t>层次法权重的计算</a:t>
            </a:r>
          </a:p>
        </p:txBody>
      </p:sp>
      <p:sp>
        <p:nvSpPr>
          <p:cNvPr id="16" name="矩形 6"/>
          <p:cNvSpPr/>
          <p:nvPr/>
        </p:nvSpPr>
        <p:spPr>
          <a:xfrm>
            <a:off x="119698" y="1845036"/>
            <a:ext cx="3791137" cy="521970"/>
          </a:xfrm>
          <a:prstGeom prst="rect">
            <a:avLst/>
          </a:prstGeom>
          <a:noFill/>
          <a:ln w="9525">
            <a:noFill/>
          </a:ln>
        </p:spPr>
        <p:txBody>
          <a:bodyPr wrap="square">
            <a:spAutoFit/>
            <a:scene3d>
              <a:camera prst="orthographicFront"/>
              <a:lightRig rig="soft" dir="t">
                <a:rot lat="0" lon="0" rev="15600000"/>
              </a:lightRig>
            </a:scene3d>
            <a:sp3d extrusionH="57150" prstMaterial="softEdge">
              <a:bevelT w="25400" h="38100"/>
            </a:sp3d>
          </a:bodyPr>
          <a:lstStyle/>
          <a:p>
            <a:pPr marL="342900" lvl="0" indent="-342900" algn="just">
              <a:lnSpc>
                <a:spcPct val="100000"/>
              </a:lnSpc>
              <a:buFont typeface="Wingdings" panose="05000000000000000000" pitchFamily="2" charset="2"/>
              <a:buChar char="Ø"/>
            </a:pPr>
            <a:r>
              <a:rPr lang="zh-CN" altLang="en-US" sz="2800" b="1">
                <a:solidFill>
                  <a:srgbClr val="0053EC"/>
                </a:solidFill>
                <a:cs typeface="+mn-ea"/>
                <a:sym typeface="微软雅黑" panose="020B0503020204020204" pitchFamily="2" charset="-122"/>
              </a:rPr>
              <a:t>一、构造判断矩阵</a:t>
            </a:r>
            <a:endParaRPr lang="zh-CN" altLang="en-US" sz="2800" b="1" dirty="0">
              <a:solidFill>
                <a:srgbClr val="0053EC"/>
              </a:solidFill>
              <a:latin typeface="微软雅黑" panose="020B0503020204020204" pitchFamily="2" charset="-122"/>
              <a:ea typeface="微软雅黑" panose="020B0503020204020204" pitchFamily="2" charset="-122"/>
              <a:cs typeface="+mn-ea"/>
              <a:sym typeface="微软雅黑" panose="020B0503020204020204" pitchFamily="2" charset="-122"/>
            </a:endParaRPr>
          </a:p>
        </p:txBody>
      </p:sp>
      <p:sp>
        <p:nvSpPr>
          <p:cNvPr id="19" name="矩形 18"/>
          <p:cNvSpPr/>
          <p:nvPr/>
        </p:nvSpPr>
        <p:spPr>
          <a:xfrm>
            <a:off x="9696345" y="4221170"/>
            <a:ext cx="1449436" cy="1569660"/>
          </a:xfrm>
          <a:prstGeom prst="rect">
            <a:avLst/>
          </a:prstGeom>
        </p:spPr>
        <p:txBody>
          <a:bodyPr wrap="none">
            <a:spAutoFit/>
          </a:bodyPr>
          <a:lstStyle/>
          <a:p>
            <a:r>
              <a:rPr lang="en-US" altLang="zh-CN" sz="3200" b="1" i="1" kern="100">
                <a:solidFill>
                  <a:srgbClr val="FF0000"/>
                </a:solidFill>
                <a:latin typeface="Times New Roman" panose="02020603050405020304" pitchFamily="18" charset="0"/>
                <a:ea typeface="宋体" panose="02010600030101010101" pitchFamily="2" charset="-122"/>
              </a:rPr>
              <a:t>a</a:t>
            </a:r>
            <a:r>
              <a:rPr lang="en-US" altLang="zh-CN" sz="3200" b="1" i="1" kern="100" baseline="-25000">
                <a:solidFill>
                  <a:srgbClr val="FF0000"/>
                </a:solidFill>
                <a:latin typeface="Times New Roman" panose="02020603050405020304" pitchFamily="18" charset="0"/>
                <a:ea typeface="宋体" panose="02010600030101010101" pitchFamily="2" charset="-122"/>
              </a:rPr>
              <a:t>ij</a:t>
            </a:r>
            <a:r>
              <a:rPr lang="en-US" altLang="zh-CN" sz="3200" b="1" kern="100">
                <a:solidFill>
                  <a:srgbClr val="FF0000"/>
                </a:solidFill>
                <a:latin typeface="Times New Roman" panose="02020603050405020304" pitchFamily="18" charset="0"/>
                <a:ea typeface="宋体" panose="02010600030101010101" pitchFamily="2" charset="-122"/>
              </a:rPr>
              <a:t>&gt;0</a:t>
            </a:r>
            <a:endParaRPr lang="en-US" altLang="zh-CN" sz="3200" b="1" kern="100">
              <a:solidFill>
                <a:srgbClr val="FF0000"/>
              </a:solidFill>
              <a:latin typeface="Times New Roman" panose="02020603050405020304" pitchFamily="18" charset="0"/>
              <a:ea typeface="宋体" panose="02010600030101010101" pitchFamily="2" charset="-122"/>
              <a:cs typeface="Times New Roman" panose="02020603050405020304" pitchFamily="18" charset="0"/>
            </a:endParaRPr>
          </a:p>
          <a:p>
            <a:r>
              <a:rPr lang="en-US" altLang="zh-CN" sz="3200" b="1" i="1" kern="100">
                <a:solidFill>
                  <a:srgbClr val="FF0000"/>
                </a:solidFill>
                <a:latin typeface="Times New Roman" panose="02020603050405020304" pitchFamily="18" charset="0"/>
                <a:ea typeface="宋体" panose="02010600030101010101" pitchFamily="2" charset="-122"/>
              </a:rPr>
              <a:t>a</a:t>
            </a:r>
            <a:r>
              <a:rPr lang="en-US" altLang="zh-CN" sz="3200" b="1" i="1" kern="100" baseline="-25000">
                <a:solidFill>
                  <a:srgbClr val="FF0000"/>
                </a:solidFill>
                <a:latin typeface="Times New Roman" panose="02020603050405020304" pitchFamily="18" charset="0"/>
                <a:ea typeface="宋体" panose="02010600030101010101" pitchFamily="2" charset="-122"/>
              </a:rPr>
              <a:t>ii</a:t>
            </a:r>
            <a:r>
              <a:rPr lang="en-US" altLang="zh-CN" sz="3200" b="1" kern="100">
                <a:solidFill>
                  <a:srgbClr val="FF0000"/>
                </a:solidFill>
                <a:latin typeface="Times New Roman" panose="02020603050405020304" pitchFamily="18" charset="0"/>
                <a:ea typeface="宋体" panose="02010600030101010101" pitchFamily="2" charset="-122"/>
              </a:rPr>
              <a:t>=1</a:t>
            </a:r>
            <a:endParaRPr lang="en-US" altLang="zh-CN" sz="3200" b="1" kern="100">
              <a:solidFill>
                <a:srgbClr val="FF0000"/>
              </a:solidFill>
              <a:latin typeface="Times New Roman" panose="02020603050405020304" pitchFamily="18" charset="0"/>
              <a:ea typeface="宋体" panose="02010600030101010101" pitchFamily="2" charset="-122"/>
              <a:cs typeface="Times New Roman" panose="02020603050405020304" pitchFamily="18" charset="0"/>
            </a:endParaRPr>
          </a:p>
          <a:p>
            <a:r>
              <a:rPr lang="en-US" altLang="zh-CN" sz="3200" b="1" i="1" kern="100">
                <a:solidFill>
                  <a:srgbClr val="FF0000"/>
                </a:solidFill>
                <a:latin typeface="Times New Roman" panose="02020603050405020304" pitchFamily="18" charset="0"/>
                <a:ea typeface="宋体" panose="02010600030101010101" pitchFamily="2" charset="-122"/>
              </a:rPr>
              <a:t>a</a:t>
            </a:r>
            <a:r>
              <a:rPr lang="en-US" altLang="zh-CN" sz="3200" b="1" i="1" kern="100" baseline="-25000">
                <a:solidFill>
                  <a:srgbClr val="FF0000"/>
                </a:solidFill>
                <a:latin typeface="Times New Roman" panose="02020603050405020304" pitchFamily="18" charset="0"/>
                <a:ea typeface="宋体" panose="02010600030101010101" pitchFamily="2" charset="-122"/>
              </a:rPr>
              <a:t>ij</a:t>
            </a:r>
            <a:r>
              <a:rPr lang="en-US" altLang="zh-CN" sz="3200" b="1" kern="100">
                <a:solidFill>
                  <a:srgbClr val="FF0000"/>
                </a:solidFill>
                <a:latin typeface="Times New Roman" panose="02020603050405020304" pitchFamily="18" charset="0"/>
                <a:ea typeface="宋体" panose="02010600030101010101" pitchFamily="2" charset="-122"/>
              </a:rPr>
              <a:t>=1/</a:t>
            </a:r>
            <a:r>
              <a:rPr lang="en-US" altLang="zh-CN" sz="3200" b="1" i="1" kern="100">
                <a:solidFill>
                  <a:srgbClr val="FF0000"/>
                </a:solidFill>
                <a:latin typeface="Times New Roman" panose="02020603050405020304" pitchFamily="18" charset="0"/>
                <a:ea typeface="宋体" panose="02010600030101010101" pitchFamily="2" charset="-122"/>
              </a:rPr>
              <a:t>a</a:t>
            </a:r>
            <a:r>
              <a:rPr lang="en-US" altLang="zh-CN" sz="3200" b="1" i="1" kern="100" baseline="-25000">
                <a:solidFill>
                  <a:srgbClr val="FF0000"/>
                </a:solidFill>
                <a:latin typeface="Times New Roman" panose="02020603050405020304" pitchFamily="18" charset="0"/>
                <a:ea typeface="宋体" panose="02010600030101010101" pitchFamily="2" charset="-122"/>
              </a:rPr>
              <a:t>ji</a:t>
            </a:r>
            <a:endParaRPr lang="zh-CN" altLang="en-US" sz="3200">
              <a:solidFill>
                <a:srgbClr val="FF0000"/>
              </a:solidFill>
            </a:endParaRPr>
          </a:p>
        </p:txBody>
      </p:sp>
      <p:pic>
        <p:nvPicPr>
          <p:cNvPr id="21" name="图片 20"/>
          <p:cNvPicPr>
            <a:picLocks noChangeAspect="1"/>
          </p:cNvPicPr>
          <p:nvPr/>
        </p:nvPicPr>
        <p:blipFill>
          <a:blip r:embed="rId4"/>
          <a:stretch>
            <a:fillRect/>
          </a:stretch>
        </p:blipFill>
        <p:spPr>
          <a:xfrm>
            <a:off x="1115060" y="3707130"/>
            <a:ext cx="8415020" cy="2129790"/>
          </a:xfrm>
          <a:prstGeom prst="rect">
            <a:avLst/>
          </a:prstGeom>
        </p:spPr>
      </p:pic>
      <p:sp>
        <p:nvSpPr>
          <p:cNvPr id="22" name="文本框 21"/>
          <p:cNvSpPr txBox="1"/>
          <p:nvPr/>
        </p:nvSpPr>
        <p:spPr>
          <a:xfrm>
            <a:off x="551815" y="2508250"/>
            <a:ext cx="10637520" cy="1198880"/>
          </a:xfrm>
          <a:prstGeom prst="rect">
            <a:avLst/>
          </a:prstGeom>
          <a:noFill/>
        </p:spPr>
        <p:txBody>
          <a:bodyPr wrap="square" rtlCol="0" anchor="t">
            <a:spAutoFit/>
          </a:bodyPr>
          <a:lstStyle/>
          <a:p>
            <a:pPr>
              <a:lnSpc>
                <a:spcPct val="150000"/>
              </a:lnSpc>
            </a:pPr>
            <a:r>
              <a:rPr lang="zh-CN" altLang="en-US" sz="2400" b="1"/>
              <a:t>判断矩阵A=(a</a:t>
            </a:r>
            <a:r>
              <a:rPr lang="zh-CN" altLang="en-US" sz="2400" b="1" baseline="-25000"/>
              <a:t>ij</a:t>
            </a:r>
            <a:r>
              <a:rPr lang="zh-CN" altLang="en-US" sz="2400" b="1"/>
              <a:t>)</a:t>
            </a:r>
            <a:r>
              <a:rPr lang="zh-CN" altLang="en-US" sz="2400" b="1" baseline="-25000"/>
              <a:t>m</a:t>
            </a:r>
            <a:r>
              <a:rPr lang="zh-CN" altLang="en-US" sz="1400" b="1" baseline="-25000"/>
              <a:t>x</a:t>
            </a:r>
            <a:r>
              <a:rPr lang="zh-CN" altLang="en-US" sz="2400" b="1" baseline="-25000"/>
              <a:t>m，</a:t>
            </a:r>
            <a:r>
              <a:rPr lang="zh-CN" altLang="en-US" sz="2400" b="1"/>
              <a:t>矩阵 A 中各元素 a</a:t>
            </a:r>
            <a:r>
              <a:rPr lang="zh-CN" altLang="en-US" sz="2400" b="1" baseline="-25000"/>
              <a:t>ij</a:t>
            </a:r>
            <a:r>
              <a:rPr lang="zh-CN" altLang="en-US" sz="2400" b="1"/>
              <a:t>表示横行指标 Z</a:t>
            </a:r>
            <a:r>
              <a:rPr lang="zh-CN" altLang="en-US" sz="2400" b="1" baseline="-25000"/>
              <a:t>i</a:t>
            </a:r>
            <a:r>
              <a:rPr lang="zh-CN" altLang="en-US" sz="2400" b="1"/>
              <a:t>对各列指标 Z</a:t>
            </a:r>
            <a:r>
              <a:rPr lang="zh-CN" altLang="en-US" sz="2400" b="1" baseline="-25000"/>
              <a:t>j</a:t>
            </a:r>
            <a:r>
              <a:rPr lang="zh-CN" altLang="en-US" sz="2400" b="1"/>
              <a:t>的相对重要程度的两两比较值。</a:t>
            </a:r>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6"/>
                                        </p:tgtEl>
                                        <p:attrNameLst>
                                          <p:attrName>style.visibility</p:attrName>
                                        </p:attrNameLst>
                                      </p:cBhvr>
                                      <p:to>
                                        <p:strVal val="visible"/>
                                      </p:to>
                                    </p:set>
                                    <p:anim calcmode="lin" valueType="num">
                                      <p:cBhvr additive="base">
                                        <p:cTn id="7" dur="500" fill="hold"/>
                                        <p:tgtEl>
                                          <p:spTgt spid="16"/>
                                        </p:tgtEl>
                                        <p:attrNameLst>
                                          <p:attrName>ppt_x</p:attrName>
                                        </p:attrNameLst>
                                      </p:cBhvr>
                                      <p:tavLst>
                                        <p:tav tm="0">
                                          <p:val>
                                            <p:strVal val="#ppt_x"/>
                                          </p:val>
                                        </p:tav>
                                        <p:tav tm="100000">
                                          <p:val>
                                            <p:strVal val="#ppt_x"/>
                                          </p:val>
                                        </p:tav>
                                      </p:tavLst>
                                    </p:anim>
                                    <p:anim calcmode="lin" valueType="num">
                                      <p:cBhvr additive="base">
                                        <p:cTn id="8" dur="500" fill="hold"/>
                                        <p:tgtEl>
                                          <p:spTgt spid="16"/>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22"/>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nodeType="clickEffect">
                                  <p:stCondLst>
                                    <p:cond delay="0"/>
                                  </p:stCondLst>
                                  <p:childTnLst>
                                    <p:set>
                                      <p:cBhvr>
                                        <p:cTn id="16" dur="1" fill="hold">
                                          <p:stCondLst>
                                            <p:cond delay="0"/>
                                          </p:stCondLst>
                                        </p:cTn>
                                        <p:tgtEl>
                                          <p:spTgt spid="21"/>
                                        </p:tgtEl>
                                        <p:attrNameLst>
                                          <p:attrName>style.visibility</p:attrName>
                                        </p:attrNameLst>
                                      </p:cBhvr>
                                      <p:to>
                                        <p:strVal val="visible"/>
                                      </p:to>
                                    </p:set>
                                    <p:anim calcmode="lin" valueType="num">
                                      <p:cBhvr additive="base">
                                        <p:cTn id="17" dur="500" fill="hold"/>
                                        <p:tgtEl>
                                          <p:spTgt spid="21"/>
                                        </p:tgtEl>
                                        <p:attrNameLst>
                                          <p:attrName>ppt_x</p:attrName>
                                        </p:attrNameLst>
                                      </p:cBhvr>
                                      <p:tavLst>
                                        <p:tav tm="0">
                                          <p:val>
                                            <p:strVal val="#ppt_x"/>
                                          </p:val>
                                        </p:tav>
                                        <p:tav tm="100000">
                                          <p:val>
                                            <p:strVal val="#ppt_x"/>
                                          </p:val>
                                        </p:tav>
                                      </p:tavLst>
                                    </p:anim>
                                    <p:anim calcmode="lin" valueType="num">
                                      <p:cBhvr additive="base">
                                        <p:cTn id="18" dur="500" fill="hold"/>
                                        <p:tgtEl>
                                          <p:spTgt spid="21"/>
                                        </p:tgtEl>
                                        <p:attrNameLst>
                                          <p:attrName>ppt_y</p:attrName>
                                        </p:attrNameLst>
                                      </p:cBhvr>
                                      <p:tavLst>
                                        <p:tav tm="0">
                                          <p:val>
                                            <p:strVal val="1+#ppt_h/2"/>
                                          </p:val>
                                        </p:tav>
                                        <p:tav tm="100000">
                                          <p:val>
                                            <p:strVal val="#ppt_y"/>
                                          </p:val>
                                        </p:tav>
                                      </p:tavLst>
                                    </p:anim>
                                  </p:childTnLst>
                                </p:cTn>
                              </p:par>
                              <p:par>
                                <p:cTn id="19" presetID="2" presetClass="entr" presetSubtype="4" fill="hold" grpId="0" nodeType="withEffect">
                                  <p:stCondLst>
                                    <p:cond delay="0"/>
                                  </p:stCondLst>
                                  <p:childTnLst>
                                    <p:set>
                                      <p:cBhvr>
                                        <p:cTn id="20" dur="1" fill="hold">
                                          <p:stCondLst>
                                            <p:cond delay="0"/>
                                          </p:stCondLst>
                                        </p:cTn>
                                        <p:tgtEl>
                                          <p:spTgt spid="19"/>
                                        </p:tgtEl>
                                        <p:attrNameLst>
                                          <p:attrName>style.visibility</p:attrName>
                                        </p:attrNameLst>
                                      </p:cBhvr>
                                      <p:to>
                                        <p:strVal val="visible"/>
                                      </p:to>
                                    </p:set>
                                    <p:anim calcmode="lin" valueType="num">
                                      <p:cBhvr additive="base">
                                        <p:cTn id="21" dur="500" fill="hold"/>
                                        <p:tgtEl>
                                          <p:spTgt spid="19"/>
                                        </p:tgtEl>
                                        <p:attrNameLst>
                                          <p:attrName>ppt_x</p:attrName>
                                        </p:attrNameLst>
                                      </p:cBhvr>
                                      <p:tavLst>
                                        <p:tav tm="0">
                                          <p:val>
                                            <p:strVal val="#ppt_x"/>
                                          </p:val>
                                        </p:tav>
                                        <p:tav tm="100000">
                                          <p:val>
                                            <p:strVal val="#ppt_x"/>
                                          </p:val>
                                        </p:tav>
                                      </p:tavLst>
                                    </p:anim>
                                    <p:anim calcmode="lin" valueType="num">
                                      <p:cBhvr additive="base">
                                        <p:cTn id="22" dur="500" fill="hold"/>
                                        <p:tgtEl>
                                          <p:spTgt spid="1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P spid="16" grpId="1"/>
      <p:bldP spid="19" grpId="0"/>
      <p:bldP spid="19" grpId="1"/>
      <p:bldP spid="22" grpId="0"/>
      <p:bldP spid="22" grpId="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直接连接符 29"/>
          <p:cNvSpPr/>
          <p:nvPr/>
        </p:nvSpPr>
        <p:spPr>
          <a:xfrm flipV="1">
            <a:off x="72708" y="948055"/>
            <a:ext cx="12045600" cy="9525"/>
          </a:xfrm>
          <a:prstGeom prst="line">
            <a:avLst/>
          </a:prstGeom>
          <a:ln w="136525" cap="sq" cmpd="sng">
            <a:solidFill>
              <a:srgbClr val="66CCFF"/>
            </a:solidFill>
            <a:prstDash val="solid"/>
            <a:miter/>
            <a:headEnd type="none" w="med" len="med"/>
            <a:tailEnd type="none" w="med" len="med"/>
          </a:ln>
        </p:spPr>
        <p:txBody>
          <a:bodyPr/>
          <a:lstStyle/>
          <a:p>
            <a:endParaRPr lang="zh-CN" altLang="en-US"/>
          </a:p>
        </p:txBody>
      </p:sp>
      <p:sp>
        <p:nvSpPr>
          <p:cNvPr id="4" name="右箭头 3"/>
          <p:cNvSpPr/>
          <p:nvPr/>
        </p:nvSpPr>
        <p:spPr>
          <a:xfrm>
            <a:off x="5231940" y="392430"/>
            <a:ext cx="504190" cy="167005"/>
          </a:xfrm>
          <a:prstGeom prst="rightArrow">
            <a:avLst/>
          </a:prstGeom>
          <a:solidFill>
            <a:schemeClr val="accent2">
              <a:lumMod val="40000"/>
              <a:lumOff val="60000"/>
            </a:schemeClr>
          </a:solidFill>
          <a:ln>
            <a:solidFill>
              <a:srgbClr val="7030A0"/>
            </a:solidFill>
          </a:ln>
        </p:spPr>
        <p:style>
          <a:lnRef idx="2">
            <a:schemeClr val="accent2">
              <a:shade val="50000"/>
            </a:schemeClr>
          </a:lnRef>
          <a:fillRef idx="1">
            <a:schemeClr val="accent2"/>
          </a:fillRef>
          <a:effectRef idx="0">
            <a:schemeClr val="accent2"/>
          </a:effectRef>
          <a:fontRef idx="minor">
            <a:schemeClr val="lt1"/>
          </a:fontRef>
        </p:style>
        <p:txBody>
          <a:bodyPr rtlCol="0" anchor="ctr">
            <a:scene3d>
              <a:camera prst="orthographicFront"/>
              <a:lightRig rig="threePt" dir="t"/>
            </a:scene3d>
          </a:bodyPr>
          <a:lstStyle/>
          <a:p>
            <a:pPr algn="ctr"/>
            <a:endParaRPr lang="zh-CN" altLang="en-US">
              <a:ln>
                <a:solidFill>
                  <a:sysClr val="windowText" lastClr="000000"/>
                </a:solidFill>
              </a:ln>
              <a:solidFill>
                <a:schemeClr val="accent6">
                  <a:lumMod val="60000"/>
                  <a:lumOff val="40000"/>
                </a:schemeClr>
              </a:solidFill>
              <a:effectLst/>
            </a:endParaRPr>
          </a:p>
        </p:txBody>
      </p:sp>
      <p:sp>
        <p:nvSpPr>
          <p:cNvPr id="13" name="TextBox 27"/>
          <p:cNvSpPr/>
          <p:nvPr/>
        </p:nvSpPr>
        <p:spPr>
          <a:xfrm>
            <a:off x="5951990" y="201295"/>
            <a:ext cx="6094730" cy="521970"/>
          </a:xfrm>
          <a:prstGeom prst="rect">
            <a:avLst/>
          </a:prstGeom>
          <a:noFill/>
          <a:ln w="9525">
            <a:noFill/>
          </a:ln>
        </p:spPr>
        <p:txBody>
          <a:bodyPr wrap="square">
            <a:spAutoFit/>
            <a:scene3d>
              <a:camera prst="orthographicFront"/>
              <a:lightRig rig="soft" dir="t">
                <a:rot lat="0" lon="0" rev="15600000"/>
              </a:lightRig>
            </a:scene3d>
            <a:sp3d extrusionH="57150" prstMaterial="softEdge">
              <a:bevelT w="25400" h="38100"/>
            </a:sp3d>
          </a:bodyPr>
          <a:lstStyle/>
          <a:p>
            <a:pPr lvl="0">
              <a:lnSpc>
                <a:spcPct val="100000"/>
              </a:lnSpc>
            </a:pPr>
            <a:r>
              <a:rPr lang="en-US" sz="2800" b="1" dirty="0">
                <a:solidFill>
                  <a:schemeClr val="accent4"/>
                </a:solidFill>
                <a:effectLst/>
                <a:latin typeface="微软雅黑" panose="020B0503020204020204" pitchFamily="2" charset="-122"/>
                <a:ea typeface="微软雅黑" panose="020B0503020204020204" pitchFamily="2" charset="-122"/>
                <a:sym typeface="微软雅黑" panose="020B0503020204020204" pitchFamily="2" charset="-122"/>
              </a:rPr>
              <a:t>5</a:t>
            </a:r>
            <a:r>
              <a:rPr lang="zh-CN" altLang="en-US" sz="2800" b="1" dirty="0">
                <a:solidFill>
                  <a:schemeClr val="accent4"/>
                </a:solidFill>
                <a:effectLst/>
                <a:latin typeface="微软雅黑" panose="020B0503020204020204" pitchFamily="2" charset="-122"/>
                <a:ea typeface="微软雅黑" panose="020B0503020204020204" pitchFamily="2" charset="-122"/>
                <a:sym typeface="微软雅黑" panose="020B0503020204020204" pitchFamily="2" charset="-122"/>
              </a:rPr>
              <a:t>.</a:t>
            </a:r>
            <a:r>
              <a:rPr lang="en-US" altLang="zh-CN" sz="2800" b="1">
                <a:solidFill>
                  <a:schemeClr val="accent4"/>
                </a:solidFill>
                <a:effectLst/>
                <a:latin typeface="微软雅黑" panose="020B0503020204020204" pitchFamily="2" charset="-122"/>
                <a:ea typeface="微软雅黑" panose="020B0503020204020204" pitchFamily="2" charset="-122"/>
                <a:sym typeface="微软雅黑" panose="020B0503020204020204" pitchFamily="2" charset="-122"/>
              </a:rPr>
              <a:t>3</a:t>
            </a:r>
            <a:r>
              <a:rPr lang="zh-CN" altLang="en-US" sz="2800" b="1">
                <a:solidFill>
                  <a:schemeClr val="accent4"/>
                </a:solidFill>
                <a:effectLst/>
                <a:latin typeface="微软雅黑" panose="020B0503020204020204" pitchFamily="2" charset="-122"/>
                <a:ea typeface="微软雅黑" panose="020B0503020204020204" pitchFamily="2" charset="-122"/>
                <a:sym typeface="微软雅黑" panose="020B0503020204020204" pitchFamily="2" charset="-122"/>
              </a:rPr>
              <a:t> </a:t>
            </a:r>
            <a:r>
              <a:rPr lang="zh-CN" altLang="en-US" sz="2800" b="1">
                <a:solidFill>
                  <a:schemeClr val="accent4"/>
                </a:solidFill>
                <a:latin typeface="微软雅黑" panose="020B0503020204020204" pitchFamily="2" charset="-122"/>
                <a:ea typeface="微软雅黑" panose="020B0503020204020204" pitchFamily="2" charset="-122"/>
                <a:sym typeface="微软雅黑" panose="020B0503020204020204" pitchFamily="2" charset="-122"/>
              </a:rPr>
              <a:t>数据无量纲化及权重确定</a:t>
            </a:r>
          </a:p>
        </p:txBody>
      </p:sp>
      <p:sp>
        <p:nvSpPr>
          <p:cNvPr id="10" name="TextBox 28"/>
          <p:cNvSpPr/>
          <p:nvPr/>
        </p:nvSpPr>
        <p:spPr>
          <a:xfrm>
            <a:off x="191770" y="168910"/>
            <a:ext cx="5167630" cy="583565"/>
          </a:xfrm>
          <a:prstGeom prst="rect">
            <a:avLst/>
          </a:prstGeom>
          <a:noFill/>
          <a:ln w="9525">
            <a:noFill/>
          </a:ln>
        </p:spPr>
        <p:txBody>
          <a:bodyPr wrap="square">
            <a:spAutoFit/>
            <a:scene3d>
              <a:camera prst="orthographicFront"/>
              <a:lightRig rig="threePt" dir="t"/>
            </a:scene3d>
          </a:bodyPr>
          <a:lstStyle/>
          <a:p>
            <a:pPr lvl="0"/>
            <a:r>
              <a:rPr lang="en-US" altLang="zh-CN" sz="3200" b="1">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5</a:t>
            </a:r>
            <a:r>
              <a:rPr lang="zh-CN" altLang="en-US" sz="3200" b="1">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  </a:t>
            </a:r>
            <a:r>
              <a:rPr sz="3200" b="1">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综合分析及Python评价</a:t>
            </a:r>
            <a:endParaRPr lang="zh-CN" altLang="en-US" sz="3200" b="1">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endParaRPr>
          </a:p>
        </p:txBody>
      </p:sp>
      <p:sp>
        <p:nvSpPr>
          <p:cNvPr id="20" name="矩形 6"/>
          <p:cNvSpPr/>
          <p:nvPr>
            <p:custDataLst>
              <p:tags r:id="rId1"/>
            </p:custDataLst>
          </p:nvPr>
        </p:nvSpPr>
        <p:spPr>
          <a:xfrm>
            <a:off x="335598" y="1412601"/>
            <a:ext cx="3791137" cy="521970"/>
          </a:xfrm>
          <a:prstGeom prst="rect">
            <a:avLst/>
          </a:prstGeom>
          <a:noFill/>
          <a:ln w="9525">
            <a:noFill/>
          </a:ln>
        </p:spPr>
        <p:txBody>
          <a:bodyPr wrap="square">
            <a:spAutoFit/>
            <a:scene3d>
              <a:camera prst="orthographicFront"/>
              <a:lightRig rig="soft" dir="t">
                <a:rot lat="0" lon="0" rev="15600000"/>
              </a:lightRig>
            </a:scene3d>
            <a:sp3d extrusionH="57150" prstMaterial="softEdge">
              <a:bevelT w="25400" h="38100"/>
            </a:sp3d>
          </a:bodyPr>
          <a:lstStyle/>
          <a:p>
            <a:pPr marL="342900" lvl="0" indent="-342900" algn="just">
              <a:lnSpc>
                <a:spcPct val="100000"/>
              </a:lnSpc>
              <a:buFont typeface="Wingdings" panose="05000000000000000000" pitchFamily="2" charset="2"/>
              <a:buChar char="Ø"/>
            </a:pPr>
            <a:r>
              <a:rPr lang="zh-CN" altLang="en-US" sz="2800" b="1">
                <a:solidFill>
                  <a:srgbClr val="0053EC"/>
                </a:solidFill>
                <a:cs typeface="+mn-ea"/>
                <a:sym typeface="微软雅黑" panose="020B0503020204020204" pitchFamily="2" charset="-122"/>
              </a:rPr>
              <a:t>二、判断标准</a:t>
            </a:r>
            <a:endParaRPr lang="zh-CN" altLang="en-US" sz="2800" b="1" dirty="0">
              <a:solidFill>
                <a:srgbClr val="0053EC"/>
              </a:solidFill>
              <a:latin typeface="微软雅黑" panose="020B0503020204020204" pitchFamily="2" charset="-122"/>
              <a:ea typeface="微软雅黑" panose="020B0503020204020204" pitchFamily="2" charset="-122"/>
              <a:cs typeface="+mn-ea"/>
              <a:sym typeface="微软雅黑" panose="020B0503020204020204" pitchFamily="2" charset="-122"/>
            </a:endParaRPr>
          </a:p>
        </p:txBody>
      </p:sp>
      <p:sp>
        <p:nvSpPr>
          <p:cNvPr id="5" name="文本框 4"/>
          <p:cNvSpPr txBox="1"/>
          <p:nvPr/>
        </p:nvSpPr>
        <p:spPr>
          <a:xfrm>
            <a:off x="480060" y="2061210"/>
            <a:ext cx="10298430" cy="1172210"/>
          </a:xfrm>
          <a:prstGeom prst="rect">
            <a:avLst/>
          </a:prstGeom>
          <a:noFill/>
        </p:spPr>
        <p:txBody>
          <a:bodyPr wrap="square" rtlCol="0" anchor="t">
            <a:noAutofit/>
          </a:bodyPr>
          <a:lstStyle/>
          <a:p>
            <a:pPr>
              <a:lnSpc>
                <a:spcPct val="150000"/>
              </a:lnSpc>
            </a:pPr>
            <a:r>
              <a:rPr lang="zh-CN" altLang="en-US" sz="2400" b="1"/>
              <a:t>考虑到专家对若干指标直接评价权重的困难，根据心理学家提出的“人区分信息等级的极限能力为 7±2”的研究结论，有如下评分规则：</a:t>
            </a:r>
          </a:p>
        </p:txBody>
      </p:sp>
      <p:pic>
        <p:nvPicPr>
          <p:cNvPr id="6" name="图片 5"/>
          <p:cNvPicPr>
            <a:picLocks noChangeAspect="1"/>
          </p:cNvPicPr>
          <p:nvPr/>
        </p:nvPicPr>
        <p:blipFill>
          <a:blip r:embed="rId4"/>
          <a:stretch>
            <a:fillRect/>
          </a:stretch>
        </p:blipFill>
        <p:spPr>
          <a:xfrm>
            <a:off x="448310" y="3429000"/>
            <a:ext cx="11191875" cy="1691005"/>
          </a:xfrm>
          <a:prstGeom prst="rect">
            <a:avLst/>
          </a:prstGeom>
        </p:spPr>
      </p:pic>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grpId="0" nodeType="withEffect">
                                  <p:stCondLst>
                                    <p:cond delay="0"/>
                                  </p:stCondLst>
                                  <p:childTnLst>
                                    <p:set>
                                      <p:cBhvr>
                                        <p:cTn id="6" dur="1" fill="hold">
                                          <p:stCondLst>
                                            <p:cond delay="0"/>
                                          </p:stCondLst>
                                        </p:cTn>
                                        <p:tgtEl>
                                          <p:spTgt spid="20"/>
                                        </p:tgtEl>
                                        <p:attrNameLst>
                                          <p:attrName>style.visibility</p:attrName>
                                        </p:attrNameLst>
                                      </p:cBhvr>
                                      <p:to>
                                        <p:strVal val="visible"/>
                                      </p:to>
                                    </p:set>
                                    <p:anim calcmode="lin" valueType="num">
                                      <p:cBhvr additive="base">
                                        <p:cTn id="7" dur="500" fill="hold"/>
                                        <p:tgtEl>
                                          <p:spTgt spid="20"/>
                                        </p:tgtEl>
                                        <p:attrNameLst>
                                          <p:attrName>ppt_x</p:attrName>
                                        </p:attrNameLst>
                                      </p:cBhvr>
                                      <p:tavLst>
                                        <p:tav tm="0">
                                          <p:val>
                                            <p:strVal val="#ppt_x"/>
                                          </p:val>
                                        </p:tav>
                                        <p:tav tm="100000">
                                          <p:val>
                                            <p:strVal val="#ppt_x"/>
                                          </p:val>
                                        </p:tav>
                                      </p:tavLst>
                                    </p:anim>
                                    <p:anim calcmode="lin" valueType="num">
                                      <p:cBhvr additive="base">
                                        <p:cTn id="8" dur="500" fill="hold"/>
                                        <p:tgtEl>
                                          <p:spTgt spid="20"/>
                                        </p:tgtEl>
                                        <p:attrNameLst>
                                          <p:attrName>ppt_y</p:attrName>
                                        </p:attrNameLst>
                                      </p:cBhvr>
                                      <p:tavLst>
                                        <p:tav tm="0">
                                          <p:val>
                                            <p:strVal val="1+#ppt_h/2"/>
                                          </p:val>
                                        </p:tav>
                                        <p:tav tm="100000">
                                          <p:val>
                                            <p:strVal val="#ppt_y"/>
                                          </p:val>
                                        </p:tav>
                                      </p:tavLst>
                                    </p:anim>
                                  </p:childTnLst>
                                </p:cTn>
                              </p:par>
                            </p:childTnLst>
                          </p:cTn>
                        </p:par>
                        <p:par>
                          <p:cTn id="9" fill="hold">
                            <p:stCondLst>
                              <p:cond delay="500"/>
                            </p:stCondLst>
                            <p:childTnLst>
                              <p:par>
                                <p:cTn id="10" presetID="1" presetClass="entr" presetSubtype="0" fill="hold" grpId="0" nodeType="afterEffect">
                                  <p:stCondLst>
                                    <p:cond delay="0"/>
                                  </p:stCondLst>
                                  <p:childTnLst>
                                    <p:set>
                                      <p:cBhvr>
                                        <p:cTn id="11" dur="1" fill="hold">
                                          <p:stCondLst>
                                            <p:cond delay="0"/>
                                          </p:stCondLst>
                                        </p:cTn>
                                        <p:tgtEl>
                                          <p:spTgt spid="5"/>
                                        </p:tgtEl>
                                        <p:attrNameLst>
                                          <p:attrName>style.visibility</p:attrName>
                                        </p:attrNameLst>
                                      </p:cBhvr>
                                      <p:to>
                                        <p:strVal val="visible"/>
                                      </p:to>
                                    </p:set>
                                  </p:childTnLst>
                                </p:cTn>
                              </p:par>
                            </p:childTnLst>
                          </p:cTn>
                        </p:par>
                      </p:childTnLst>
                    </p:cTn>
                  </p:par>
                  <p:par>
                    <p:cTn id="12" fill="hold">
                      <p:stCondLst>
                        <p:cond delay="indefinite"/>
                      </p:stCondLst>
                      <p:childTnLst>
                        <p:par>
                          <p:cTn id="13" fill="hold">
                            <p:stCondLst>
                              <p:cond delay="0"/>
                            </p:stCondLst>
                            <p:childTnLst>
                              <p:par>
                                <p:cTn id="14" presetID="2" presetClass="entr" presetSubtype="4" fill="hold" nodeType="clickEffect">
                                  <p:stCondLst>
                                    <p:cond delay="0"/>
                                  </p:stCondLst>
                                  <p:childTnLst>
                                    <p:set>
                                      <p:cBhvr>
                                        <p:cTn id="15" dur="1" fill="hold">
                                          <p:stCondLst>
                                            <p:cond delay="0"/>
                                          </p:stCondLst>
                                        </p:cTn>
                                        <p:tgtEl>
                                          <p:spTgt spid="6"/>
                                        </p:tgtEl>
                                        <p:attrNameLst>
                                          <p:attrName>style.visibility</p:attrName>
                                        </p:attrNameLst>
                                      </p:cBhvr>
                                      <p:to>
                                        <p:strVal val="visible"/>
                                      </p:to>
                                    </p:set>
                                    <p:anim calcmode="lin" valueType="num">
                                      <p:cBhvr additive="base">
                                        <p:cTn id="16" dur="500" fill="hold"/>
                                        <p:tgtEl>
                                          <p:spTgt spid="6"/>
                                        </p:tgtEl>
                                        <p:attrNameLst>
                                          <p:attrName>ppt_x</p:attrName>
                                        </p:attrNameLst>
                                      </p:cBhvr>
                                      <p:tavLst>
                                        <p:tav tm="0">
                                          <p:val>
                                            <p:strVal val="#ppt_x"/>
                                          </p:val>
                                        </p:tav>
                                        <p:tav tm="100000">
                                          <p:val>
                                            <p:strVal val="#ppt_x"/>
                                          </p:val>
                                        </p:tav>
                                      </p:tavLst>
                                    </p:anim>
                                    <p:anim calcmode="lin" valueType="num">
                                      <p:cBhvr additive="base">
                                        <p:cTn id="17" dur="500" fill="hold"/>
                                        <p:tgtEl>
                                          <p:spTgt spid="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p:bldP spid="20" grpId="1"/>
      <p:bldP spid="5" grpId="0"/>
      <p:bldP spid="5" grpId="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直接连接符 29"/>
          <p:cNvSpPr/>
          <p:nvPr/>
        </p:nvSpPr>
        <p:spPr>
          <a:xfrm flipV="1">
            <a:off x="72708" y="948055"/>
            <a:ext cx="12045600" cy="9525"/>
          </a:xfrm>
          <a:prstGeom prst="line">
            <a:avLst/>
          </a:prstGeom>
          <a:ln w="136525" cap="sq" cmpd="sng">
            <a:solidFill>
              <a:srgbClr val="66CCFF"/>
            </a:solidFill>
            <a:prstDash val="solid"/>
            <a:miter/>
            <a:headEnd type="none" w="med" len="med"/>
            <a:tailEnd type="none" w="med" len="med"/>
          </a:ln>
        </p:spPr>
        <p:txBody>
          <a:bodyPr/>
          <a:lstStyle/>
          <a:p>
            <a:endParaRPr lang="zh-CN" altLang="en-US"/>
          </a:p>
        </p:txBody>
      </p:sp>
      <p:sp>
        <p:nvSpPr>
          <p:cNvPr id="4" name="右箭头 3"/>
          <p:cNvSpPr/>
          <p:nvPr/>
        </p:nvSpPr>
        <p:spPr>
          <a:xfrm>
            <a:off x="5231940" y="392430"/>
            <a:ext cx="504190" cy="167005"/>
          </a:xfrm>
          <a:prstGeom prst="rightArrow">
            <a:avLst/>
          </a:prstGeom>
          <a:solidFill>
            <a:schemeClr val="accent2">
              <a:lumMod val="40000"/>
              <a:lumOff val="60000"/>
            </a:schemeClr>
          </a:solidFill>
          <a:ln>
            <a:solidFill>
              <a:srgbClr val="7030A0"/>
            </a:solidFill>
          </a:ln>
        </p:spPr>
        <p:style>
          <a:lnRef idx="2">
            <a:schemeClr val="accent2">
              <a:shade val="50000"/>
            </a:schemeClr>
          </a:lnRef>
          <a:fillRef idx="1">
            <a:schemeClr val="accent2"/>
          </a:fillRef>
          <a:effectRef idx="0">
            <a:schemeClr val="accent2"/>
          </a:effectRef>
          <a:fontRef idx="minor">
            <a:schemeClr val="lt1"/>
          </a:fontRef>
        </p:style>
        <p:txBody>
          <a:bodyPr rtlCol="0" anchor="ctr">
            <a:scene3d>
              <a:camera prst="orthographicFront"/>
              <a:lightRig rig="threePt" dir="t"/>
            </a:scene3d>
          </a:bodyPr>
          <a:lstStyle/>
          <a:p>
            <a:pPr algn="ctr"/>
            <a:endParaRPr lang="zh-CN" altLang="en-US">
              <a:ln>
                <a:solidFill>
                  <a:sysClr val="windowText" lastClr="000000"/>
                </a:solidFill>
              </a:ln>
              <a:solidFill>
                <a:schemeClr val="accent6">
                  <a:lumMod val="60000"/>
                  <a:lumOff val="40000"/>
                </a:schemeClr>
              </a:solidFill>
              <a:effectLst/>
            </a:endParaRPr>
          </a:p>
        </p:txBody>
      </p:sp>
      <p:sp>
        <p:nvSpPr>
          <p:cNvPr id="13" name="TextBox 27"/>
          <p:cNvSpPr/>
          <p:nvPr/>
        </p:nvSpPr>
        <p:spPr>
          <a:xfrm>
            <a:off x="5951990" y="201295"/>
            <a:ext cx="6094730" cy="521970"/>
          </a:xfrm>
          <a:prstGeom prst="rect">
            <a:avLst/>
          </a:prstGeom>
          <a:noFill/>
          <a:ln w="9525">
            <a:noFill/>
          </a:ln>
        </p:spPr>
        <p:txBody>
          <a:bodyPr wrap="square">
            <a:spAutoFit/>
            <a:scene3d>
              <a:camera prst="orthographicFront"/>
              <a:lightRig rig="soft" dir="t">
                <a:rot lat="0" lon="0" rev="15600000"/>
              </a:lightRig>
            </a:scene3d>
            <a:sp3d extrusionH="57150" prstMaterial="softEdge">
              <a:bevelT w="25400" h="38100"/>
            </a:sp3d>
          </a:bodyPr>
          <a:lstStyle/>
          <a:p>
            <a:pPr lvl="0">
              <a:lnSpc>
                <a:spcPct val="100000"/>
              </a:lnSpc>
            </a:pPr>
            <a:r>
              <a:rPr lang="en-US" sz="2800" b="1" dirty="0">
                <a:solidFill>
                  <a:schemeClr val="accent4"/>
                </a:solidFill>
                <a:effectLst/>
                <a:latin typeface="微软雅黑" panose="020B0503020204020204" pitchFamily="2" charset="-122"/>
                <a:ea typeface="微软雅黑" panose="020B0503020204020204" pitchFamily="2" charset="-122"/>
                <a:sym typeface="微软雅黑" panose="020B0503020204020204" pitchFamily="2" charset="-122"/>
              </a:rPr>
              <a:t>5</a:t>
            </a:r>
            <a:r>
              <a:rPr lang="zh-CN" altLang="en-US" sz="2800" b="1" dirty="0">
                <a:solidFill>
                  <a:schemeClr val="accent4"/>
                </a:solidFill>
                <a:effectLst/>
                <a:latin typeface="微软雅黑" panose="020B0503020204020204" pitchFamily="2" charset="-122"/>
                <a:ea typeface="微软雅黑" panose="020B0503020204020204" pitchFamily="2" charset="-122"/>
                <a:sym typeface="微软雅黑" panose="020B0503020204020204" pitchFamily="2" charset="-122"/>
              </a:rPr>
              <a:t>.</a:t>
            </a:r>
            <a:r>
              <a:rPr lang="en-US" altLang="zh-CN" sz="2800" b="1">
                <a:solidFill>
                  <a:schemeClr val="accent4"/>
                </a:solidFill>
                <a:effectLst/>
                <a:latin typeface="微软雅黑" panose="020B0503020204020204" pitchFamily="2" charset="-122"/>
                <a:ea typeface="微软雅黑" panose="020B0503020204020204" pitchFamily="2" charset="-122"/>
                <a:sym typeface="微软雅黑" panose="020B0503020204020204" pitchFamily="2" charset="-122"/>
              </a:rPr>
              <a:t>3</a:t>
            </a:r>
            <a:r>
              <a:rPr lang="zh-CN" altLang="en-US" sz="2800" b="1">
                <a:solidFill>
                  <a:schemeClr val="accent4"/>
                </a:solidFill>
                <a:effectLst/>
                <a:latin typeface="微软雅黑" panose="020B0503020204020204" pitchFamily="2" charset="-122"/>
                <a:ea typeface="微软雅黑" panose="020B0503020204020204" pitchFamily="2" charset="-122"/>
                <a:sym typeface="微软雅黑" panose="020B0503020204020204" pitchFamily="2" charset="-122"/>
              </a:rPr>
              <a:t> </a:t>
            </a:r>
            <a:r>
              <a:rPr lang="zh-CN" altLang="en-US" sz="2800" b="1">
                <a:solidFill>
                  <a:schemeClr val="accent4"/>
                </a:solidFill>
                <a:latin typeface="微软雅黑" panose="020B0503020204020204" pitchFamily="2" charset="-122"/>
                <a:ea typeface="微软雅黑" panose="020B0503020204020204" pitchFamily="2" charset="-122"/>
                <a:sym typeface="微软雅黑" panose="020B0503020204020204" pitchFamily="2" charset="-122"/>
              </a:rPr>
              <a:t>数据无量纲化及权重确定</a:t>
            </a:r>
          </a:p>
        </p:txBody>
      </p:sp>
      <p:sp>
        <p:nvSpPr>
          <p:cNvPr id="10" name="TextBox 28"/>
          <p:cNvSpPr/>
          <p:nvPr/>
        </p:nvSpPr>
        <p:spPr>
          <a:xfrm>
            <a:off x="191770" y="168910"/>
            <a:ext cx="5167630" cy="583565"/>
          </a:xfrm>
          <a:prstGeom prst="rect">
            <a:avLst/>
          </a:prstGeom>
          <a:noFill/>
          <a:ln w="9525">
            <a:noFill/>
          </a:ln>
        </p:spPr>
        <p:txBody>
          <a:bodyPr wrap="square">
            <a:spAutoFit/>
            <a:scene3d>
              <a:camera prst="orthographicFront"/>
              <a:lightRig rig="threePt" dir="t"/>
            </a:scene3d>
          </a:bodyPr>
          <a:lstStyle/>
          <a:p>
            <a:pPr lvl="0"/>
            <a:r>
              <a:rPr lang="en-US" altLang="zh-CN" sz="3200" b="1">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5</a:t>
            </a:r>
            <a:r>
              <a:rPr lang="zh-CN" altLang="en-US" sz="3200" b="1">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  </a:t>
            </a:r>
            <a:r>
              <a:rPr sz="3200" b="1">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综合分析及Python评价</a:t>
            </a:r>
            <a:endParaRPr lang="zh-CN" altLang="en-US" sz="3200" b="1">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endParaRPr>
          </a:p>
        </p:txBody>
      </p:sp>
      <p:sp>
        <p:nvSpPr>
          <p:cNvPr id="20" name="矩形 6"/>
          <p:cNvSpPr/>
          <p:nvPr>
            <p:custDataLst>
              <p:tags r:id="rId1"/>
            </p:custDataLst>
          </p:nvPr>
        </p:nvSpPr>
        <p:spPr>
          <a:xfrm>
            <a:off x="335915" y="1196975"/>
            <a:ext cx="3840480" cy="528955"/>
          </a:xfrm>
          <a:prstGeom prst="rect">
            <a:avLst/>
          </a:prstGeom>
          <a:noFill/>
          <a:ln w="9525">
            <a:noFill/>
          </a:ln>
        </p:spPr>
        <p:txBody>
          <a:bodyPr wrap="square">
            <a:noAutofit/>
            <a:scene3d>
              <a:camera prst="orthographicFront"/>
              <a:lightRig rig="soft" dir="t">
                <a:rot lat="0" lon="0" rev="15600000"/>
              </a:lightRig>
            </a:scene3d>
            <a:sp3d extrusionH="57150" prstMaterial="softEdge">
              <a:bevelT w="25400" h="38100"/>
            </a:sp3d>
          </a:bodyPr>
          <a:lstStyle/>
          <a:p>
            <a:pPr marL="342900" lvl="0" indent="-342900" algn="just">
              <a:lnSpc>
                <a:spcPct val="100000"/>
              </a:lnSpc>
              <a:buFont typeface="Wingdings" panose="05000000000000000000" pitchFamily="2" charset="2"/>
              <a:buChar char="Ø"/>
            </a:pPr>
            <a:r>
              <a:rPr lang="zh-CN" altLang="en-US" sz="2800" b="1">
                <a:solidFill>
                  <a:srgbClr val="0053EC"/>
                </a:solidFill>
                <a:effectLst/>
                <a:cs typeface="+mn-ea"/>
                <a:sym typeface="微软雅黑" panose="020B0503020204020204" pitchFamily="2" charset="-122"/>
              </a:rPr>
              <a:t>三、各指标权数计算</a:t>
            </a:r>
            <a:endParaRPr lang="zh-CN" altLang="en-US" sz="2800" b="1" dirty="0">
              <a:solidFill>
                <a:srgbClr val="0053EC"/>
              </a:solidFill>
              <a:effectLst/>
              <a:latin typeface="微软雅黑" panose="020B0503020204020204" pitchFamily="2" charset="-122"/>
              <a:ea typeface="微软雅黑" panose="020B0503020204020204" pitchFamily="2" charset="-122"/>
              <a:cs typeface="+mn-ea"/>
              <a:sym typeface="微软雅黑" panose="020B0503020204020204" pitchFamily="2" charset="-122"/>
            </a:endParaRPr>
          </a:p>
        </p:txBody>
      </p:sp>
      <p:pic>
        <p:nvPicPr>
          <p:cNvPr id="8" name="图片 7"/>
          <p:cNvPicPr>
            <a:picLocks noChangeAspect="1"/>
          </p:cNvPicPr>
          <p:nvPr/>
        </p:nvPicPr>
        <p:blipFill>
          <a:blip r:embed="rId4"/>
          <a:stretch>
            <a:fillRect/>
          </a:stretch>
        </p:blipFill>
        <p:spPr>
          <a:xfrm>
            <a:off x="1343660" y="1725930"/>
            <a:ext cx="7629525" cy="1662430"/>
          </a:xfrm>
          <a:prstGeom prst="rect">
            <a:avLst/>
          </a:prstGeom>
        </p:spPr>
      </p:pic>
      <p:pic>
        <p:nvPicPr>
          <p:cNvPr id="9" name="图片 8"/>
          <p:cNvPicPr>
            <a:picLocks noChangeAspect="1"/>
          </p:cNvPicPr>
          <p:nvPr/>
        </p:nvPicPr>
        <p:blipFill>
          <a:blip r:embed="rId5"/>
          <a:stretch>
            <a:fillRect/>
          </a:stretch>
        </p:blipFill>
        <p:spPr>
          <a:xfrm>
            <a:off x="1056005" y="5661660"/>
            <a:ext cx="10601325" cy="871855"/>
          </a:xfrm>
          <a:prstGeom prst="rect">
            <a:avLst/>
          </a:prstGeom>
        </p:spPr>
      </p:pic>
      <p:pic>
        <p:nvPicPr>
          <p:cNvPr id="11" name="图片 10"/>
          <p:cNvPicPr>
            <a:picLocks noChangeAspect="1"/>
          </p:cNvPicPr>
          <p:nvPr/>
        </p:nvPicPr>
        <p:blipFill>
          <a:blip r:embed="rId6"/>
          <a:stretch>
            <a:fillRect/>
          </a:stretch>
        </p:blipFill>
        <p:spPr>
          <a:xfrm>
            <a:off x="1631950" y="3451860"/>
            <a:ext cx="3957955" cy="2209800"/>
          </a:xfrm>
          <a:prstGeom prst="rect">
            <a:avLst/>
          </a:prstGeom>
        </p:spPr>
      </p:pic>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grpId="0" nodeType="withEffect">
                                  <p:stCondLst>
                                    <p:cond delay="0"/>
                                  </p:stCondLst>
                                  <p:childTnLst>
                                    <p:set>
                                      <p:cBhvr>
                                        <p:cTn id="6" dur="1" fill="hold">
                                          <p:stCondLst>
                                            <p:cond delay="0"/>
                                          </p:stCondLst>
                                        </p:cTn>
                                        <p:tgtEl>
                                          <p:spTgt spid="20"/>
                                        </p:tgtEl>
                                        <p:attrNameLst>
                                          <p:attrName>style.visibility</p:attrName>
                                        </p:attrNameLst>
                                      </p:cBhvr>
                                      <p:to>
                                        <p:strVal val="visible"/>
                                      </p:to>
                                    </p:set>
                                    <p:anim calcmode="lin" valueType="num">
                                      <p:cBhvr additive="base">
                                        <p:cTn id="7" dur="500" fill="hold"/>
                                        <p:tgtEl>
                                          <p:spTgt spid="20"/>
                                        </p:tgtEl>
                                        <p:attrNameLst>
                                          <p:attrName>ppt_x</p:attrName>
                                        </p:attrNameLst>
                                      </p:cBhvr>
                                      <p:tavLst>
                                        <p:tav tm="0">
                                          <p:val>
                                            <p:strVal val="#ppt_x"/>
                                          </p:val>
                                        </p:tav>
                                        <p:tav tm="100000">
                                          <p:val>
                                            <p:strVal val="#ppt_x"/>
                                          </p:val>
                                        </p:tav>
                                      </p:tavLst>
                                    </p:anim>
                                    <p:anim calcmode="lin" valueType="num">
                                      <p:cBhvr additive="base">
                                        <p:cTn id="8" dur="500" fill="hold"/>
                                        <p:tgtEl>
                                          <p:spTgt spid="20"/>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8"/>
                                        </p:tgtEl>
                                        <p:attrNameLst>
                                          <p:attrName>style.visibility</p:attrName>
                                        </p:attrNameLst>
                                      </p:cBhvr>
                                      <p:to>
                                        <p:strVal val="visible"/>
                                      </p:to>
                                    </p:set>
                                    <p:anim calcmode="lin" valueType="num">
                                      <p:cBhvr additive="base">
                                        <p:cTn id="13" dur="500" fill="hold"/>
                                        <p:tgtEl>
                                          <p:spTgt spid="8"/>
                                        </p:tgtEl>
                                        <p:attrNameLst>
                                          <p:attrName>ppt_x</p:attrName>
                                        </p:attrNameLst>
                                      </p:cBhvr>
                                      <p:tavLst>
                                        <p:tav tm="0">
                                          <p:val>
                                            <p:strVal val="#ppt_x"/>
                                          </p:val>
                                        </p:tav>
                                        <p:tav tm="100000">
                                          <p:val>
                                            <p:strVal val="#ppt_x"/>
                                          </p:val>
                                        </p:tav>
                                      </p:tavLst>
                                    </p:anim>
                                    <p:anim calcmode="lin" valueType="num">
                                      <p:cBhvr additive="base">
                                        <p:cTn id="14" dur="500" fill="hold"/>
                                        <p:tgtEl>
                                          <p:spTgt spid="8"/>
                                        </p:tgtEl>
                                        <p:attrNameLst>
                                          <p:attrName>ppt_y</p:attrName>
                                        </p:attrNameLst>
                                      </p:cBhvr>
                                      <p:tavLst>
                                        <p:tav tm="0">
                                          <p:val>
                                            <p:strVal val="1+#ppt_h/2"/>
                                          </p:val>
                                        </p:tav>
                                        <p:tav tm="100000">
                                          <p:val>
                                            <p:strVal val="#ppt_y"/>
                                          </p:val>
                                        </p:tav>
                                      </p:tavLst>
                                    </p:anim>
                                  </p:childTnLst>
                                </p:cTn>
                              </p:par>
                              <p:par>
                                <p:cTn id="15" presetID="2" presetClass="entr" presetSubtype="4" fill="hold" nodeType="withEffect">
                                  <p:stCondLst>
                                    <p:cond delay="0"/>
                                  </p:stCondLst>
                                  <p:childTnLst>
                                    <p:set>
                                      <p:cBhvr>
                                        <p:cTn id="16" dur="1" fill="hold">
                                          <p:stCondLst>
                                            <p:cond delay="0"/>
                                          </p:stCondLst>
                                        </p:cTn>
                                        <p:tgtEl>
                                          <p:spTgt spid="9"/>
                                        </p:tgtEl>
                                        <p:attrNameLst>
                                          <p:attrName>style.visibility</p:attrName>
                                        </p:attrNameLst>
                                      </p:cBhvr>
                                      <p:to>
                                        <p:strVal val="visible"/>
                                      </p:to>
                                    </p:set>
                                    <p:anim calcmode="lin" valueType="num">
                                      <p:cBhvr additive="base">
                                        <p:cTn id="17" dur="500" fill="hold"/>
                                        <p:tgtEl>
                                          <p:spTgt spid="9"/>
                                        </p:tgtEl>
                                        <p:attrNameLst>
                                          <p:attrName>ppt_x</p:attrName>
                                        </p:attrNameLst>
                                      </p:cBhvr>
                                      <p:tavLst>
                                        <p:tav tm="0">
                                          <p:val>
                                            <p:strVal val="#ppt_x"/>
                                          </p:val>
                                        </p:tav>
                                        <p:tav tm="100000">
                                          <p:val>
                                            <p:strVal val="#ppt_x"/>
                                          </p:val>
                                        </p:tav>
                                      </p:tavLst>
                                    </p:anim>
                                    <p:anim calcmode="lin" valueType="num">
                                      <p:cBhvr additive="base">
                                        <p:cTn id="18" dur="500" fill="hold"/>
                                        <p:tgtEl>
                                          <p:spTgt spid="9"/>
                                        </p:tgtEl>
                                        <p:attrNameLst>
                                          <p:attrName>ppt_y</p:attrName>
                                        </p:attrNameLst>
                                      </p:cBhvr>
                                      <p:tavLst>
                                        <p:tav tm="0">
                                          <p:val>
                                            <p:strVal val="1+#ppt_h/2"/>
                                          </p:val>
                                        </p:tav>
                                        <p:tav tm="100000">
                                          <p:val>
                                            <p:strVal val="#ppt_y"/>
                                          </p:val>
                                        </p:tav>
                                      </p:tavLst>
                                    </p:anim>
                                  </p:childTnLst>
                                </p:cTn>
                              </p:par>
                              <p:par>
                                <p:cTn id="19" presetID="2" presetClass="entr" presetSubtype="4" fill="hold" nodeType="withEffect">
                                  <p:stCondLst>
                                    <p:cond delay="0"/>
                                  </p:stCondLst>
                                  <p:childTnLst>
                                    <p:set>
                                      <p:cBhvr>
                                        <p:cTn id="20" dur="1" fill="hold">
                                          <p:stCondLst>
                                            <p:cond delay="0"/>
                                          </p:stCondLst>
                                        </p:cTn>
                                        <p:tgtEl>
                                          <p:spTgt spid="11"/>
                                        </p:tgtEl>
                                        <p:attrNameLst>
                                          <p:attrName>style.visibility</p:attrName>
                                        </p:attrNameLst>
                                      </p:cBhvr>
                                      <p:to>
                                        <p:strVal val="visible"/>
                                      </p:to>
                                    </p:set>
                                    <p:anim calcmode="lin" valueType="num">
                                      <p:cBhvr additive="base">
                                        <p:cTn id="21" dur="500" fill="hold"/>
                                        <p:tgtEl>
                                          <p:spTgt spid="11"/>
                                        </p:tgtEl>
                                        <p:attrNameLst>
                                          <p:attrName>ppt_x</p:attrName>
                                        </p:attrNameLst>
                                      </p:cBhvr>
                                      <p:tavLst>
                                        <p:tav tm="0">
                                          <p:val>
                                            <p:strVal val="#ppt_x"/>
                                          </p:val>
                                        </p:tav>
                                        <p:tav tm="100000">
                                          <p:val>
                                            <p:strVal val="#ppt_x"/>
                                          </p:val>
                                        </p:tav>
                                      </p:tavLst>
                                    </p:anim>
                                    <p:anim calcmode="lin" valueType="num">
                                      <p:cBhvr additive="base">
                                        <p:cTn id="22" dur="500" fill="hold"/>
                                        <p:tgtEl>
                                          <p:spTgt spid="1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p:bldP spid="20" grpId="1"/>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直接连接符 29"/>
          <p:cNvSpPr/>
          <p:nvPr/>
        </p:nvSpPr>
        <p:spPr>
          <a:xfrm flipV="1">
            <a:off x="72708" y="948055"/>
            <a:ext cx="12045600" cy="9525"/>
          </a:xfrm>
          <a:prstGeom prst="line">
            <a:avLst/>
          </a:prstGeom>
          <a:ln w="136525" cap="sq" cmpd="sng">
            <a:solidFill>
              <a:srgbClr val="66CCFF"/>
            </a:solidFill>
            <a:prstDash val="solid"/>
            <a:miter/>
            <a:headEnd type="none" w="med" len="med"/>
            <a:tailEnd type="none" w="med" len="med"/>
          </a:ln>
        </p:spPr>
        <p:txBody>
          <a:bodyPr/>
          <a:lstStyle/>
          <a:p>
            <a:endParaRPr lang="zh-CN" altLang="en-US"/>
          </a:p>
        </p:txBody>
      </p:sp>
      <p:sp>
        <p:nvSpPr>
          <p:cNvPr id="4" name="右箭头 3"/>
          <p:cNvSpPr/>
          <p:nvPr/>
        </p:nvSpPr>
        <p:spPr>
          <a:xfrm>
            <a:off x="5231940" y="392430"/>
            <a:ext cx="504190" cy="167005"/>
          </a:xfrm>
          <a:prstGeom prst="rightArrow">
            <a:avLst/>
          </a:prstGeom>
          <a:solidFill>
            <a:schemeClr val="accent2">
              <a:lumMod val="40000"/>
              <a:lumOff val="60000"/>
            </a:schemeClr>
          </a:solidFill>
          <a:ln>
            <a:solidFill>
              <a:srgbClr val="7030A0"/>
            </a:solidFill>
          </a:ln>
        </p:spPr>
        <p:style>
          <a:lnRef idx="2">
            <a:schemeClr val="accent2">
              <a:shade val="50000"/>
            </a:schemeClr>
          </a:lnRef>
          <a:fillRef idx="1">
            <a:schemeClr val="accent2"/>
          </a:fillRef>
          <a:effectRef idx="0">
            <a:schemeClr val="accent2"/>
          </a:effectRef>
          <a:fontRef idx="minor">
            <a:schemeClr val="lt1"/>
          </a:fontRef>
        </p:style>
        <p:txBody>
          <a:bodyPr rtlCol="0" anchor="ctr">
            <a:scene3d>
              <a:camera prst="orthographicFront"/>
              <a:lightRig rig="threePt" dir="t"/>
            </a:scene3d>
          </a:bodyPr>
          <a:lstStyle/>
          <a:p>
            <a:pPr algn="ctr"/>
            <a:endParaRPr lang="zh-CN" altLang="en-US">
              <a:ln>
                <a:solidFill>
                  <a:sysClr val="windowText" lastClr="000000"/>
                </a:solidFill>
              </a:ln>
              <a:solidFill>
                <a:schemeClr val="accent6">
                  <a:lumMod val="60000"/>
                  <a:lumOff val="40000"/>
                </a:schemeClr>
              </a:solidFill>
              <a:effectLst/>
            </a:endParaRPr>
          </a:p>
        </p:txBody>
      </p:sp>
      <p:sp>
        <p:nvSpPr>
          <p:cNvPr id="13" name="TextBox 27"/>
          <p:cNvSpPr/>
          <p:nvPr/>
        </p:nvSpPr>
        <p:spPr>
          <a:xfrm>
            <a:off x="5951990" y="201295"/>
            <a:ext cx="6094730" cy="521970"/>
          </a:xfrm>
          <a:prstGeom prst="rect">
            <a:avLst/>
          </a:prstGeom>
          <a:noFill/>
          <a:ln w="9525">
            <a:noFill/>
          </a:ln>
        </p:spPr>
        <p:txBody>
          <a:bodyPr wrap="square">
            <a:spAutoFit/>
            <a:scene3d>
              <a:camera prst="orthographicFront"/>
              <a:lightRig rig="soft" dir="t">
                <a:rot lat="0" lon="0" rev="15600000"/>
              </a:lightRig>
            </a:scene3d>
            <a:sp3d extrusionH="57150" prstMaterial="softEdge">
              <a:bevelT w="25400" h="38100"/>
            </a:sp3d>
          </a:bodyPr>
          <a:lstStyle/>
          <a:p>
            <a:pPr lvl="0">
              <a:lnSpc>
                <a:spcPct val="100000"/>
              </a:lnSpc>
            </a:pPr>
            <a:r>
              <a:rPr lang="en-US" sz="2800" b="1" dirty="0">
                <a:solidFill>
                  <a:schemeClr val="accent4"/>
                </a:solidFill>
                <a:effectLst/>
                <a:latin typeface="微软雅黑" panose="020B0503020204020204" pitchFamily="2" charset="-122"/>
                <a:ea typeface="微软雅黑" panose="020B0503020204020204" pitchFamily="2" charset="-122"/>
                <a:sym typeface="微软雅黑" panose="020B0503020204020204" pitchFamily="2" charset="-122"/>
              </a:rPr>
              <a:t>5</a:t>
            </a:r>
            <a:r>
              <a:rPr lang="zh-CN" altLang="en-US" sz="2800" b="1" dirty="0">
                <a:solidFill>
                  <a:schemeClr val="accent4"/>
                </a:solidFill>
                <a:effectLst/>
                <a:latin typeface="微软雅黑" panose="020B0503020204020204" pitchFamily="2" charset="-122"/>
                <a:ea typeface="微软雅黑" panose="020B0503020204020204" pitchFamily="2" charset="-122"/>
                <a:sym typeface="微软雅黑" panose="020B0503020204020204" pitchFamily="2" charset="-122"/>
              </a:rPr>
              <a:t>.</a:t>
            </a:r>
            <a:r>
              <a:rPr lang="en-US" altLang="zh-CN" sz="2800" b="1">
                <a:solidFill>
                  <a:schemeClr val="accent4"/>
                </a:solidFill>
                <a:effectLst/>
                <a:latin typeface="微软雅黑" panose="020B0503020204020204" pitchFamily="2" charset="-122"/>
                <a:ea typeface="微软雅黑" panose="020B0503020204020204" pitchFamily="2" charset="-122"/>
                <a:sym typeface="微软雅黑" panose="020B0503020204020204" pitchFamily="2" charset="-122"/>
              </a:rPr>
              <a:t>3</a:t>
            </a:r>
            <a:r>
              <a:rPr lang="zh-CN" altLang="en-US" sz="2800" b="1">
                <a:solidFill>
                  <a:schemeClr val="accent4"/>
                </a:solidFill>
                <a:effectLst/>
                <a:latin typeface="微软雅黑" panose="020B0503020204020204" pitchFamily="2" charset="-122"/>
                <a:ea typeface="微软雅黑" panose="020B0503020204020204" pitchFamily="2" charset="-122"/>
                <a:sym typeface="微软雅黑" panose="020B0503020204020204" pitchFamily="2" charset="-122"/>
              </a:rPr>
              <a:t> </a:t>
            </a:r>
            <a:r>
              <a:rPr lang="zh-CN" altLang="en-US" sz="2800" b="1">
                <a:solidFill>
                  <a:schemeClr val="accent4"/>
                </a:solidFill>
                <a:latin typeface="微软雅黑" panose="020B0503020204020204" pitchFamily="2" charset="-122"/>
                <a:ea typeface="微软雅黑" panose="020B0503020204020204" pitchFamily="2" charset="-122"/>
                <a:sym typeface="微软雅黑" panose="020B0503020204020204" pitchFamily="2" charset="-122"/>
              </a:rPr>
              <a:t>数据无量纲化及权重确定</a:t>
            </a:r>
          </a:p>
        </p:txBody>
      </p:sp>
      <p:sp>
        <p:nvSpPr>
          <p:cNvPr id="10" name="TextBox 28"/>
          <p:cNvSpPr/>
          <p:nvPr/>
        </p:nvSpPr>
        <p:spPr>
          <a:xfrm>
            <a:off x="191770" y="168910"/>
            <a:ext cx="5167630" cy="583565"/>
          </a:xfrm>
          <a:prstGeom prst="rect">
            <a:avLst/>
          </a:prstGeom>
          <a:noFill/>
          <a:ln w="9525">
            <a:noFill/>
          </a:ln>
        </p:spPr>
        <p:txBody>
          <a:bodyPr wrap="square">
            <a:spAutoFit/>
            <a:scene3d>
              <a:camera prst="orthographicFront"/>
              <a:lightRig rig="threePt" dir="t"/>
            </a:scene3d>
          </a:bodyPr>
          <a:lstStyle/>
          <a:p>
            <a:pPr lvl="0"/>
            <a:r>
              <a:rPr lang="en-US" altLang="zh-CN" sz="3200" b="1">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5</a:t>
            </a:r>
            <a:r>
              <a:rPr lang="zh-CN" altLang="en-US" sz="3200" b="1">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  </a:t>
            </a:r>
            <a:r>
              <a:rPr sz="3200" b="1">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综合分析及Python评价</a:t>
            </a:r>
            <a:endParaRPr lang="zh-CN" altLang="en-US" sz="3200" b="1">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endParaRPr>
          </a:p>
        </p:txBody>
      </p:sp>
      <p:sp>
        <p:nvSpPr>
          <p:cNvPr id="20" name="矩形 6"/>
          <p:cNvSpPr/>
          <p:nvPr>
            <p:custDataLst>
              <p:tags r:id="rId1"/>
            </p:custDataLst>
          </p:nvPr>
        </p:nvSpPr>
        <p:spPr>
          <a:xfrm>
            <a:off x="335915" y="1196975"/>
            <a:ext cx="6650355" cy="528955"/>
          </a:xfrm>
          <a:prstGeom prst="rect">
            <a:avLst/>
          </a:prstGeom>
          <a:noFill/>
          <a:ln w="9525">
            <a:noFill/>
          </a:ln>
        </p:spPr>
        <p:txBody>
          <a:bodyPr wrap="square">
            <a:noAutofit/>
            <a:scene3d>
              <a:camera prst="orthographicFront"/>
              <a:lightRig rig="soft" dir="t">
                <a:rot lat="0" lon="0" rev="15600000"/>
              </a:lightRig>
            </a:scene3d>
            <a:sp3d extrusionH="57150" prstMaterial="softEdge">
              <a:bevelT w="25400" h="38100"/>
            </a:sp3d>
          </a:bodyPr>
          <a:lstStyle/>
          <a:p>
            <a:pPr marL="342900" lvl="0" indent="-342900" algn="just">
              <a:lnSpc>
                <a:spcPct val="100000"/>
              </a:lnSpc>
              <a:buFont typeface="Wingdings" panose="05000000000000000000" pitchFamily="2" charset="2"/>
              <a:buChar char="Ø"/>
            </a:pPr>
            <a:r>
              <a:rPr lang="zh-CN" altLang="en-US" sz="2800" b="1">
                <a:solidFill>
                  <a:srgbClr val="0053EC"/>
                </a:solidFill>
                <a:effectLst/>
                <a:cs typeface="+mn-ea"/>
                <a:sym typeface="微软雅黑" panose="020B0503020204020204" pitchFamily="2" charset="-122"/>
              </a:rPr>
              <a:t>四、对判断矩阵进行一致性检验</a:t>
            </a:r>
          </a:p>
        </p:txBody>
      </p:sp>
      <p:pic>
        <p:nvPicPr>
          <p:cNvPr id="6" name="图片 5"/>
          <p:cNvPicPr>
            <a:picLocks noChangeAspect="1"/>
          </p:cNvPicPr>
          <p:nvPr/>
        </p:nvPicPr>
        <p:blipFill>
          <a:blip r:embed="rId4"/>
          <a:stretch>
            <a:fillRect/>
          </a:stretch>
        </p:blipFill>
        <p:spPr>
          <a:xfrm>
            <a:off x="695960" y="1772920"/>
            <a:ext cx="4752975" cy="514350"/>
          </a:xfrm>
          <a:prstGeom prst="rect">
            <a:avLst/>
          </a:prstGeom>
        </p:spPr>
      </p:pic>
      <p:pic>
        <p:nvPicPr>
          <p:cNvPr id="7" name="图片 6"/>
          <p:cNvPicPr>
            <a:picLocks noChangeAspect="1"/>
          </p:cNvPicPr>
          <p:nvPr/>
        </p:nvPicPr>
        <p:blipFill>
          <a:blip r:embed="rId5"/>
          <a:stretch>
            <a:fillRect/>
          </a:stretch>
        </p:blipFill>
        <p:spPr>
          <a:xfrm>
            <a:off x="4584065" y="2287270"/>
            <a:ext cx="2662555" cy="938530"/>
          </a:xfrm>
          <a:prstGeom prst="rect">
            <a:avLst/>
          </a:prstGeom>
        </p:spPr>
      </p:pic>
      <p:pic>
        <p:nvPicPr>
          <p:cNvPr id="12" name="图片 11"/>
          <p:cNvPicPr>
            <a:picLocks noChangeAspect="1"/>
          </p:cNvPicPr>
          <p:nvPr/>
        </p:nvPicPr>
        <p:blipFill>
          <a:blip r:embed="rId6"/>
          <a:stretch>
            <a:fillRect/>
          </a:stretch>
        </p:blipFill>
        <p:spPr>
          <a:xfrm>
            <a:off x="2279650" y="3573145"/>
            <a:ext cx="7529830" cy="2710180"/>
          </a:xfrm>
          <a:prstGeom prst="rect">
            <a:avLst/>
          </a:prstGeom>
        </p:spPr>
      </p:pic>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grpId="0" nodeType="withEffect">
                                  <p:stCondLst>
                                    <p:cond delay="0"/>
                                  </p:stCondLst>
                                  <p:childTnLst>
                                    <p:set>
                                      <p:cBhvr>
                                        <p:cTn id="6" dur="1" fill="hold">
                                          <p:stCondLst>
                                            <p:cond delay="0"/>
                                          </p:stCondLst>
                                        </p:cTn>
                                        <p:tgtEl>
                                          <p:spTgt spid="20"/>
                                        </p:tgtEl>
                                        <p:attrNameLst>
                                          <p:attrName>style.visibility</p:attrName>
                                        </p:attrNameLst>
                                      </p:cBhvr>
                                      <p:to>
                                        <p:strVal val="visible"/>
                                      </p:to>
                                    </p:set>
                                    <p:anim calcmode="lin" valueType="num">
                                      <p:cBhvr additive="base">
                                        <p:cTn id="7" dur="500" fill="hold"/>
                                        <p:tgtEl>
                                          <p:spTgt spid="20"/>
                                        </p:tgtEl>
                                        <p:attrNameLst>
                                          <p:attrName>ppt_x</p:attrName>
                                        </p:attrNameLst>
                                      </p:cBhvr>
                                      <p:tavLst>
                                        <p:tav tm="0">
                                          <p:val>
                                            <p:strVal val="#ppt_x"/>
                                          </p:val>
                                        </p:tav>
                                        <p:tav tm="100000">
                                          <p:val>
                                            <p:strVal val="#ppt_x"/>
                                          </p:val>
                                        </p:tav>
                                      </p:tavLst>
                                    </p:anim>
                                    <p:anim calcmode="lin" valueType="num">
                                      <p:cBhvr additive="base">
                                        <p:cTn id="8" dur="500" fill="hold"/>
                                        <p:tgtEl>
                                          <p:spTgt spid="20"/>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6"/>
                                        </p:tgtEl>
                                        <p:attrNameLst>
                                          <p:attrName>style.visibility</p:attrName>
                                        </p:attrNameLst>
                                      </p:cBhvr>
                                      <p:to>
                                        <p:strVal val="visible"/>
                                      </p:to>
                                    </p:set>
                                    <p:anim calcmode="lin" valueType="num">
                                      <p:cBhvr additive="base">
                                        <p:cTn id="13" dur="500" fill="hold"/>
                                        <p:tgtEl>
                                          <p:spTgt spid="6"/>
                                        </p:tgtEl>
                                        <p:attrNameLst>
                                          <p:attrName>ppt_x</p:attrName>
                                        </p:attrNameLst>
                                      </p:cBhvr>
                                      <p:tavLst>
                                        <p:tav tm="0">
                                          <p:val>
                                            <p:strVal val="#ppt_x"/>
                                          </p:val>
                                        </p:tav>
                                        <p:tav tm="100000">
                                          <p:val>
                                            <p:strVal val="#ppt_x"/>
                                          </p:val>
                                        </p:tav>
                                      </p:tavLst>
                                    </p:anim>
                                    <p:anim calcmode="lin" valueType="num">
                                      <p:cBhvr additive="base">
                                        <p:cTn id="14" dur="500" fill="hold"/>
                                        <p:tgtEl>
                                          <p:spTgt spid="6"/>
                                        </p:tgtEl>
                                        <p:attrNameLst>
                                          <p:attrName>ppt_y</p:attrName>
                                        </p:attrNameLst>
                                      </p:cBhvr>
                                      <p:tavLst>
                                        <p:tav tm="0">
                                          <p:val>
                                            <p:strVal val="1+#ppt_h/2"/>
                                          </p:val>
                                        </p:tav>
                                        <p:tav tm="100000">
                                          <p:val>
                                            <p:strVal val="#ppt_y"/>
                                          </p:val>
                                        </p:tav>
                                      </p:tavLst>
                                    </p:anim>
                                  </p:childTnLst>
                                </p:cTn>
                              </p:par>
                            </p:childTnLst>
                          </p:cTn>
                        </p:par>
                        <p:par>
                          <p:cTn id="15" fill="hold">
                            <p:stCondLst>
                              <p:cond delay="500"/>
                            </p:stCondLst>
                            <p:childTnLst>
                              <p:par>
                                <p:cTn id="16" presetID="2" presetClass="entr" presetSubtype="4" fill="hold" nodeType="afterEffect">
                                  <p:stCondLst>
                                    <p:cond delay="0"/>
                                  </p:stCondLst>
                                  <p:childTnLst>
                                    <p:set>
                                      <p:cBhvr>
                                        <p:cTn id="17" dur="1" fill="hold">
                                          <p:stCondLst>
                                            <p:cond delay="0"/>
                                          </p:stCondLst>
                                        </p:cTn>
                                        <p:tgtEl>
                                          <p:spTgt spid="7"/>
                                        </p:tgtEl>
                                        <p:attrNameLst>
                                          <p:attrName>style.visibility</p:attrName>
                                        </p:attrNameLst>
                                      </p:cBhvr>
                                      <p:to>
                                        <p:strVal val="visible"/>
                                      </p:to>
                                    </p:set>
                                    <p:anim calcmode="lin" valueType="num">
                                      <p:cBhvr additive="base">
                                        <p:cTn id="18" dur="500" fill="hold"/>
                                        <p:tgtEl>
                                          <p:spTgt spid="7"/>
                                        </p:tgtEl>
                                        <p:attrNameLst>
                                          <p:attrName>ppt_x</p:attrName>
                                        </p:attrNameLst>
                                      </p:cBhvr>
                                      <p:tavLst>
                                        <p:tav tm="0">
                                          <p:val>
                                            <p:strVal val="#ppt_x"/>
                                          </p:val>
                                        </p:tav>
                                        <p:tav tm="100000">
                                          <p:val>
                                            <p:strVal val="#ppt_x"/>
                                          </p:val>
                                        </p:tav>
                                      </p:tavLst>
                                    </p:anim>
                                    <p:anim calcmode="lin" valueType="num">
                                      <p:cBhvr additive="base">
                                        <p:cTn id="19" dur="500" fill="hold"/>
                                        <p:tgtEl>
                                          <p:spTgt spid="7"/>
                                        </p:tgtEl>
                                        <p:attrNameLst>
                                          <p:attrName>ppt_y</p:attrName>
                                        </p:attrNameLst>
                                      </p:cBhvr>
                                      <p:tavLst>
                                        <p:tav tm="0">
                                          <p:val>
                                            <p:strVal val="1+#ppt_h/2"/>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2" presetClass="entr" presetSubtype="4" fill="hold" nodeType="clickEffect">
                                  <p:stCondLst>
                                    <p:cond delay="0"/>
                                  </p:stCondLst>
                                  <p:childTnLst>
                                    <p:set>
                                      <p:cBhvr>
                                        <p:cTn id="23" dur="1" fill="hold">
                                          <p:stCondLst>
                                            <p:cond delay="0"/>
                                          </p:stCondLst>
                                        </p:cTn>
                                        <p:tgtEl>
                                          <p:spTgt spid="12"/>
                                        </p:tgtEl>
                                        <p:attrNameLst>
                                          <p:attrName>style.visibility</p:attrName>
                                        </p:attrNameLst>
                                      </p:cBhvr>
                                      <p:to>
                                        <p:strVal val="visible"/>
                                      </p:to>
                                    </p:set>
                                    <p:anim calcmode="lin" valueType="num">
                                      <p:cBhvr additive="base">
                                        <p:cTn id="24" dur="500" fill="hold"/>
                                        <p:tgtEl>
                                          <p:spTgt spid="12"/>
                                        </p:tgtEl>
                                        <p:attrNameLst>
                                          <p:attrName>ppt_x</p:attrName>
                                        </p:attrNameLst>
                                      </p:cBhvr>
                                      <p:tavLst>
                                        <p:tav tm="0">
                                          <p:val>
                                            <p:strVal val="#ppt_x"/>
                                          </p:val>
                                        </p:tav>
                                        <p:tav tm="100000">
                                          <p:val>
                                            <p:strVal val="#ppt_x"/>
                                          </p:val>
                                        </p:tav>
                                      </p:tavLst>
                                    </p:anim>
                                    <p:anim calcmode="lin" valueType="num">
                                      <p:cBhvr additive="base">
                                        <p:cTn id="25" dur="500" fill="hold"/>
                                        <p:tgtEl>
                                          <p:spTgt spid="1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p:bldP spid="20" grpId="1"/>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直接连接符 29"/>
          <p:cNvSpPr/>
          <p:nvPr/>
        </p:nvSpPr>
        <p:spPr>
          <a:xfrm flipV="1">
            <a:off x="72708" y="948055"/>
            <a:ext cx="12045600" cy="9525"/>
          </a:xfrm>
          <a:prstGeom prst="line">
            <a:avLst/>
          </a:prstGeom>
          <a:ln w="136525" cap="sq" cmpd="sng">
            <a:solidFill>
              <a:srgbClr val="66CCFF"/>
            </a:solidFill>
            <a:prstDash val="solid"/>
            <a:miter/>
            <a:headEnd type="none" w="med" len="med"/>
            <a:tailEnd type="none" w="med" len="med"/>
          </a:ln>
        </p:spPr>
        <p:txBody>
          <a:bodyPr/>
          <a:lstStyle/>
          <a:p>
            <a:endParaRPr lang="zh-CN" altLang="en-US"/>
          </a:p>
        </p:txBody>
      </p:sp>
      <p:sp>
        <p:nvSpPr>
          <p:cNvPr id="4" name="右箭头 3"/>
          <p:cNvSpPr/>
          <p:nvPr/>
        </p:nvSpPr>
        <p:spPr>
          <a:xfrm>
            <a:off x="5231940" y="392430"/>
            <a:ext cx="504190" cy="167005"/>
          </a:xfrm>
          <a:prstGeom prst="rightArrow">
            <a:avLst/>
          </a:prstGeom>
          <a:solidFill>
            <a:schemeClr val="accent2">
              <a:lumMod val="40000"/>
              <a:lumOff val="60000"/>
            </a:schemeClr>
          </a:solidFill>
          <a:ln>
            <a:solidFill>
              <a:srgbClr val="7030A0"/>
            </a:solidFill>
          </a:ln>
        </p:spPr>
        <p:style>
          <a:lnRef idx="2">
            <a:schemeClr val="accent2">
              <a:shade val="50000"/>
            </a:schemeClr>
          </a:lnRef>
          <a:fillRef idx="1">
            <a:schemeClr val="accent2"/>
          </a:fillRef>
          <a:effectRef idx="0">
            <a:schemeClr val="accent2"/>
          </a:effectRef>
          <a:fontRef idx="minor">
            <a:schemeClr val="lt1"/>
          </a:fontRef>
        </p:style>
        <p:txBody>
          <a:bodyPr rtlCol="0" anchor="ctr">
            <a:scene3d>
              <a:camera prst="orthographicFront"/>
              <a:lightRig rig="threePt" dir="t"/>
            </a:scene3d>
          </a:bodyPr>
          <a:lstStyle/>
          <a:p>
            <a:pPr algn="ctr"/>
            <a:endParaRPr lang="zh-CN" altLang="en-US">
              <a:ln>
                <a:solidFill>
                  <a:sysClr val="windowText" lastClr="000000"/>
                </a:solidFill>
              </a:ln>
              <a:solidFill>
                <a:schemeClr val="accent6">
                  <a:lumMod val="60000"/>
                  <a:lumOff val="40000"/>
                </a:schemeClr>
              </a:solidFill>
              <a:effectLst/>
            </a:endParaRPr>
          </a:p>
        </p:txBody>
      </p:sp>
      <p:sp>
        <p:nvSpPr>
          <p:cNvPr id="13" name="TextBox 27"/>
          <p:cNvSpPr/>
          <p:nvPr/>
        </p:nvSpPr>
        <p:spPr>
          <a:xfrm>
            <a:off x="5951990" y="201295"/>
            <a:ext cx="6094730" cy="521970"/>
          </a:xfrm>
          <a:prstGeom prst="rect">
            <a:avLst/>
          </a:prstGeom>
          <a:noFill/>
          <a:ln w="9525">
            <a:noFill/>
          </a:ln>
        </p:spPr>
        <p:txBody>
          <a:bodyPr wrap="square">
            <a:spAutoFit/>
            <a:scene3d>
              <a:camera prst="orthographicFront"/>
              <a:lightRig rig="soft" dir="t">
                <a:rot lat="0" lon="0" rev="15600000"/>
              </a:lightRig>
            </a:scene3d>
            <a:sp3d extrusionH="57150" prstMaterial="softEdge">
              <a:bevelT w="25400" h="38100"/>
            </a:sp3d>
          </a:bodyPr>
          <a:lstStyle/>
          <a:p>
            <a:pPr lvl="0">
              <a:lnSpc>
                <a:spcPct val="100000"/>
              </a:lnSpc>
            </a:pPr>
            <a:r>
              <a:rPr lang="en-US" sz="2800" b="1" dirty="0">
                <a:solidFill>
                  <a:schemeClr val="accent4"/>
                </a:solidFill>
                <a:effectLst/>
                <a:latin typeface="微软雅黑" panose="020B0503020204020204" pitchFamily="2" charset="-122"/>
                <a:ea typeface="微软雅黑" panose="020B0503020204020204" pitchFamily="2" charset="-122"/>
                <a:sym typeface="微软雅黑" panose="020B0503020204020204" pitchFamily="2" charset="-122"/>
              </a:rPr>
              <a:t>5</a:t>
            </a:r>
            <a:r>
              <a:rPr lang="zh-CN" altLang="en-US" sz="2800" b="1" dirty="0">
                <a:solidFill>
                  <a:schemeClr val="accent4"/>
                </a:solidFill>
                <a:effectLst/>
                <a:latin typeface="微软雅黑" panose="020B0503020204020204" pitchFamily="2" charset="-122"/>
                <a:ea typeface="微软雅黑" panose="020B0503020204020204" pitchFamily="2" charset="-122"/>
                <a:sym typeface="微软雅黑" panose="020B0503020204020204" pitchFamily="2" charset="-122"/>
              </a:rPr>
              <a:t>.</a:t>
            </a:r>
            <a:r>
              <a:rPr lang="en-US" altLang="zh-CN" sz="2800" b="1">
                <a:solidFill>
                  <a:schemeClr val="accent4"/>
                </a:solidFill>
                <a:effectLst/>
                <a:latin typeface="微软雅黑" panose="020B0503020204020204" pitchFamily="2" charset="-122"/>
                <a:ea typeface="微软雅黑" panose="020B0503020204020204" pitchFamily="2" charset="-122"/>
                <a:sym typeface="微软雅黑" panose="020B0503020204020204" pitchFamily="2" charset="-122"/>
              </a:rPr>
              <a:t>3</a:t>
            </a:r>
            <a:r>
              <a:rPr lang="zh-CN" altLang="en-US" sz="2800" b="1">
                <a:solidFill>
                  <a:schemeClr val="accent4"/>
                </a:solidFill>
                <a:effectLst/>
                <a:latin typeface="微软雅黑" panose="020B0503020204020204" pitchFamily="2" charset="-122"/>
                <a:ea typeface="微软雅黑" panose="020B0503020204020204" pitchFamily="2" charset="-122"/>
                <a:sym typeface="微软雅黑" panose="020B0503020204020204" pitchFamily="2" charset="-122"/>
              </a:rPr>
              <a:t> </a:t>
            </a:r>
            <a:r>
              <a:rPr lang="zh-CN" altLang="en-US" sz="2800" b="1">
                <a:solidFill>
                  <a:schemeClr val="accent4"/>
                </a:solidFill>
                <a:latin typeface="微软雅黑" panose="020B0503020204020204" pitchFamily="2" charset="-122"/>
                <a:ea typeface="微软雅黑" panose="020B0503020204020204" pitchFamily="2" charset="-122"/>
                <a:sym typeface="微软雅黑" panose="020B0503020204020204" pitchFamily="2" charset="-122"/>
              </a:rPr>
              <a:t>数据无量纲化及权重确定</a:t>
            </a:r>
          </a:p>
        </p:txBody>
      </p:sp>
      <p:sp>
        <p:nvSpPr>
          <p:cNvPr id="10" name="TextBox 28"/>
          <p:cNvSpPr/>
          <p:nvPr/>
        </p:nvSpPr>
        <p:spPr>
          <a:xfrm>
            <a:off x="191770" y="168910"/>
            <a:ext cx="5167630" cy="583565"/>
          </a:xfrm>
          <a:prstGeom prst="rect">
            <a:avLst/>
          </a:prstGeom>
          <a:noFill/>
          <a:ln w="9525">
            <a:noFill/>
          </a:ln>
        </p:spPr>
        <p:txBody>
          <a:bodyPr wrap="square">
            <a:spAutoFit/>
            <a:scene3d>
              <a:camera prst="orthographicFront"/>
              <a:lightRig rig="threePt" dir="t"/>
            </a:scene3d>
          </a:bodyPr>
          <a:lstStyle/>
          <a:p>
            <a:pPr lvl="0"/>
            <a:r>
              <a:rPr lang="en-US" altLang="zh-CN" sz="3200" b="1">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5</a:t>
            </a:r>
            <a:r>
              <a:rPr lang="zh-CN" altLang="en-US" sz="3200" b="1">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  </a:t>
            </a:r>
            <a:r>
              <a:rPr sz="3200" b="1">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综合分析及Python评价</a:t>
            </a:r>
            <a:endParaRPr lang="zh-CN" altLang="en-US" sz="3200" b="1">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endParaRPr>
          </a:p>
        </p:txBody>
      </p:sp>
      <p:sp>
        <p:nvSpPr>
          <p:cNvPr id="20" name="矩形 6"/>
          <p:cNvSpPr/>
          <p:nvPr>
            <p:custDataLst>
              <p:tags r:id="rId1"/>
            </p:custDataLst>
          </p:nvPr>
        </p:nvSpPr>
        <p:spPr>
          <a:xfrm>
            <a:off x="335915" y="1196975"/>
            <a:ext cx="6650355" cy="528955"/>
          </a:xfrm>
          <a:prstGeom prst="rect">
            <a:avLst/>
          </a:prstGeom>
          <a:noFill/>
          <a:ln w="9525">
            <a:noFill/>
          </a:ln>
        </p:spPr>
        <p:txBody>
          <a:bodyPr wrap="square">
            <a:noAutofit/>
            <a:scene3d>
              <a:camera prst="orthographicFront"/>
              <a:lightRig rig="soft" dir="t">
                <a:rot lat="0" lon="0" rev="15600000"/>
              </a:lightRig>
            </a:scene3d>
            <a:sp3d extrusionH="57150" prstMaterial="softEdge">
              <a:bevelT w="25400" h="38100"/>
            </a:sp3d>
          </a:bodyPr>
          <a:lstStyle/>
          <a:p>
            <a:pPr marL="342900" lvl="0" indent="-342900" algn="just">
              <a:lnSpc>
                <a:spcPct val="100000"/>
              </a:lnSpc>
              <a:buFont typeface="Wingdings" panose="05000000000000000000" pitchFamily="2" charset="2"/>
              <a:buChar char="Ø"/>
            </a:pPr>
            <a:r>
              <a:rPr lang="zh-CN" altLang="en-US" sz="2800" b="1">
                <a:solidFill>
                  <a:srgbClr val="0053EC"/>
                </a:solidFill>
                <a:effectLst/>
                <a:cs typeface="+mn-ea"/>
                <a:sym typeface="微软雅黑" panose="020B0503020204020204" pitchFamily="2" charset="-122"/>
              </a:rPr>
              <a:t>四、对判断矩阵进行一致性检验</a:t>
            </a:r>
          </a:p>
        </p:txBody>
      </p:sp>
      <p:pic>
        <p:nvPicPr>
          <p:cNvPr id="8" name="图片 7"/>
          <p:cNvPicPr>
            <a:picLocks noChangeAspect="1"/>
          </p:cNvPicPr>
          <p:nvPr/>
        </p:nvPicPr>
        <p:blipFill>
          <a:blip r:embed="rId4"/>
          <a:stretch>
            <a:fillRect/>
          </a:stretch>
        </p:blipFill>
        <p:spPr>
          <a:xfrm>
            <a:off x="623570" y="1845310"/>
            <a:ext cx="4777105" cy="567055"/>
          </a:xfrm>
          <a:prstGeom prst="rect">
            <a:avLst/>
          </a:prstGeom>
        </p:spPr>
      </p:pic>
      <p:pic>
        <p:nvPicPr>
          <p:cNvPr id="9" name="图片 8"/>
          <p:cNvPicPr>
            <a:picLocks noChangeAspect="1"/>
          </p:cNvPicPr>
          <p:nvPr/>
        </p:nvPicPr>
        <p:blipFill>
          <a:blip r:embed="rId5"/>
          <a:stretch>
            <a:fillRect/>
          </a:stretch>
        </p:blipFill>
        <p:spPr>
          <a:xfrm>
            <a:off x="4872355" y="2277110"/>
            <a:ext cx="2014855" cy="1033780"/>
          </a:xfrm>
          <a:prstGeom prst="rect">
            <a:avLst/>
          </a:prstGeom>
        </p:spPr>
      </p:pic>
      <p:pic>
        <p:nvPicPr>
          <p:cNvPr id="14" name="图片 13"/>
          <p:cNvPicPr>
            <a:picLocks noChangeAspect="1"/>
          </p:cNvPicPr>
          <p:nvPr/>
        </p:nvPicPr>
        <p:blipFill>
          <a:blip r:embed="rId6"/>
          <a:stretch>
            <a:fillRect/>
          </a:stretch>
        </p:blipFill>
        <p:spPr>
          <a:xfrm>
            <a:off x="623570" y="3310890"/>
            <a:ext cx="5129530" cy="447675"/>
          </a:xfrm>
          <a:prstGeom prst="rect">
            <a:avLst/>
          </a:prstGeom>
        </p:spPr>
      </p:pic>
      <p:pic>
        <p:nvPicPr>
          <p:cNvPr id="15" name="图片 14"/>
          <p:cNvPicPr>
            <a:picLocks noChangeAspect="1"/>
          </p:cNvPicPr>
          <p:nvPr/>
        </p:nvPicPr>
        <p:blipFill>
          <a:blip r:embed="rId7"/>
          <a:stretch>
            <a:fillRect/>
          </a:stretch>
        </p:blipFill>
        <p:spPr>
          <a:xfrm>
            <a:off x="4799965" y="3698240"/>
            <a:ext cx="1990725" cy="819150"/>
          </a:xfrm>
          <a:prstGeom prst="rect">
            <a:avLst/>
          </a:prstGeom>
        </p:spPr>
      </p:pic>
      <p:pic>
        <p:nvPicPr>
          <p:cNvPr id="16" name="图片 15"/>
          <p:cNvPicPr>
            <a:picLocks noChangeAspect="1"/>
          </p:cNvPicPr>
          <p:nvPr/>
        </p:nvPicPr>
        <p:blipFill>
          <a:blip r:embed="rId8"/>
          <a:stretch>
            <a:fillRect/>
          </a:stretch>
        </p:blipFill>
        <p:spPr>
          <a:xfrm>
            <a:off x="1416050" y="4509135"/>
            <a:ext cx="8484235" cy="1250950"/>
          </a:xfrm>
          <a:prstGeom prst="rect">
            <a:avLst/>
          </a:prstGeom>
        </p:spPr>
      </p:pic>
      <p:sp>
        <p:nvSpPr>
          <p:cNvPr id="17" name="文本框 16"/>
          <p:cNvSpPr txBox="1"/>
          <p:nvPr/>
        </p:nvSpPr>
        <p:spPr>
          <a:xfrm>
            <a:off x="1560195" y="5949315"/>
            <a:ext cx="8772525" cy="460375"/>
          </a:xfrm>
          <a:prstGeom prst="rect">
            <a:avLst/>
          </a:prstGeom>
          <a:noFill/>
        </p:spPr>
        <p:txBody>
          <a:bodyPr wrap="square" rtlCol="0" anchor="t">
            <a:spAutoFit/>
          </a:bodyPr>
          <a:lstStyle/>
          <a:p>
            <a:r>
              <a:rPr lang="zh-CN" altLang="en-US" sz="2400" b="1">
                <a:solidFill>
                  <a:srgbClr val="C00000"/>
                </a:solidFill>
              </a:rPr>
              <a:t>当</a:t>
            </a:r>
            <a:r>
              <a:rPr lang="en-US" altLang="zh-CN" sz="2400" b="1">
                <a:solidFill>
                  <a:srgbClr val="C00000"/>
                </a:solidFill>
              </a:rPr>
              <a:t> </a:t>
            </a:r>
            <a:r>
              <a:rPr lang="en-US" altLang="zh-CN" sz="2400" b="1" i="1">
                <a:solidFill>
                  <a:srgbClr val="C00000"/>
                </a:solidFill>
                <a:latin typeface="Times New Roman" panose="02020603050405020304" pitchFamily="18" charset="0"/>
                <a:cs typeface="Times New Roman" panose="02020603050405020304" pitchFamily="18" charset="0"/>
              </a:rPr>
              <a:t>CI </a:t>
            </a:r>
            <a:r>
              <a:rPr lang="zh-CN" altLang="en-US" sz="2400" b="1">
                <a:solidFill>
                  <a:srgbClr val="C00000"/>
                </a:solidFill>
              </a:rPr>
              <a:t>小于 </a:t>
            </a:r>
            <a:r>
              <a:rPr lang="zh-CN" altLang="en-US" sz="2400" b="1">
                <a:solidFill>
                  <a:srgbClr val="C00000"/>
                </a:solidFill>
                <a:latin typeface="Times New Roman" panose="02020603050405020304" pitchFamily="18" charset="0"/>
                <a:cs typeface="Times New Roman" panose="02020603050405020304" pitchFamily="18" charset="0"/>
              </a:rPr>
              <a:t>0.10</a:t>
            </a:r>
            <a:r>
              <a:rPr lang="zh-CN" altLang="en-US" sz="2400" b="1">
                <a:solidFill>
                  <a:srgbClr val="C00000"/>
                </a:solidFill>
              </a:rPr>
              <a:t> 时，可认为判断矩阵满足一致性要求</a:t>
            </a:r>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nodeType="with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additive="base">
                                        <p:cTn id="7" dur="500" fill="hold"/>
                                        <p:tgtEl>
                                          <p:spTgt spid="8"/>
                                        </p:tgtEl>
                                        <p:attrNameLst>
                                          <p:attrName>ppt_x</p:attrName>
                                        </p:attrNameLst>
                                      </p:cBhvr>
                                      <p:tavLst>
                                        <p:tav tm="0">
                                          <p:val>
                                            <p:strVal val="#ppt_x"/>
                                          </p:val>
                                        </p:tav>
                                        <p:tav tm="100000">
                                          <p:val>
                                            <p:strVal val="#ppt_x"/>
                                          </p:val>
                                        </p:tav>
                                      </p:tavLst>
                                    </p:anim>
                                    <p:anim calcmode="lin" valueType="num">
                                      <p:cBhvr additive="base">
                                        <p:cTn id="8" dur="500" fill="hold"/>
                                        <p:tgtEl>
                                          <p:spTgt spid="8"/>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9"/>
                                        </p:tgtEl>
                                        <p:attrNameLst>
                                          <p:attrName>style.visibility</p:attrName>
                                        </p:attrNameLst>
                                      </p:cBhvr>
                                      <p:to>
                                        <p:strVal val="visible"/>
                                      </p:to>
                                    </p:set>
                                    <p:anim calcmode="lin" valueType="num">
                                      <p:cBhvr additive="base">
                                        <p:cTn id="11" dur="500" fill="hold"/>
                                        <p:tgtEl>
                                          <p:spTgt spid="9"/>
                                        </p:tgtEl>
                                        <p:attrNameLst>
                                          <p:attrName>ppt_x</p:attrName>
                                        </p:attrNameLst>
                                      </p:cBhvr>
                                      <p:tavLst>
                                        <p:tav tm="0">
                                          <p:val>
                                            <p:strVal val="#ppt_x"/>
                                          </p:val>
                                        </p:tav>
                                        <p:tav tm="100000">
                                          <p:val>
                                            <p:strVal val="#ppt_x"/>
                                          </p:val>
                                        </p:tav>
                                      </p:tavLst>
                                    </p:anim>
                                    <p:anim calcmode="lin" valueType="num">
                                      <p:cBhvr additive="base">
                                        <p:cTn id="12" dur="500" fill="hold"/>
                                        <p:tgtEl>
                                          <p:spTgt spid="9"/>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nodeType="clickEffect">
                                  <p:stCondLst>
                                    <p:cond delay="0"/>
                                  </p:stCondLst>
                                  <p:childTnLst>
                                    <p:set>
                                      <p:cBhvr>
                                        <p:cTn id="16" dur="1" fill="hold">
                                          <p:stCondLst>
                                            <p:cond delay="0"/>
                                          </p:stCondLst>
                                        </p:cTn>
                                        <p:tgtEl>
                                          <p:spTgt spid="14"/>
                                        </p:tgtEl>
                                        <p:attrNameLst>
                                          <p:attrName>style.visibility</p:attrName>
                                        </p:attrNameLst>
                                      </p:cBhvr>
                                      <p:to>
                                        <p:strVal val="visible"/>
                                      </p:to>
                                    </p:set>
                                    <p:anim calcmode="lin" valueType="num">
                                      <p:cBhvr additive="base">
                                        <p:cTn id="17" dur="500" fill="hold"/>
                                        <p:tgtEl>
                                          <p:spTgt spid="14"/>
                                        </p:tgtEl>
                                        <p:attrNameLst>
                                          <p:attrName>ppt_x</p:attrName>
                                        </p:attrNameLst>
                                      </p:cBhvr>
                                      <p:tavLst>
                                        <p:tav tm="0">
                                          <p:val>
                                            <p:strVal val="#ppt_x"/>
                                          </p:val>
                                        </p:tav>
                                        <p:tav tm="100000">
                                          <p:val>
                                            <p:strVal val="#ppt_x"/>
                                          </p:val>
                                        </p:tav>
                                      </p:tavLst>
                                    </p:anim>
                                    <p:anim calcmode="lin" valueType="num">
                                      <p:cBhvr additive="base">
                                        <p:cTn id="18" dur="500" fill="hold"/>
                                        <p:tgtEl>
                                          <p:spTgt spid="14"/>
                                        </p:tgtEl>
                                        <p:attrNameLst>
                                          <p:attrName>ppt_y</p:attrName>
                                        </p:attrNameLst>
                                      </p:cBhvr>
                                      <p:tavLst>
                                        <p:tav tm="0">
                                          <p:val>
                                            <p:strVal val="1+#ppt_h/2"/>
                                          </p:val>
                                        </p:tav>
                                        <p:tav tm="100000">
                                          <p:val>
                                            <p:strVal val="#ppt_y"/>
                                          </p:val>
                                        </p:tav>
                                      </p:tavLst>
                                    </p:anim>
                                  </p:childTnLst>
                                </p:cTn>
                              </p:par>
                              <p:par>
                                <p:cTn id="19" presetID="2" presetClass="entr" presetSubtype="4" fill="hold" nodeType="withEffect">
                                  <p:stCondLst>
                                    <p:cond delay="0"/>
                                  </p:stCondLst>
                                  <p:childTnLst>
                                    <p:set>
                                      <p:cBhvr>
                                        <p:cTn id="20" dur="1" fill="hold">
                                          <p:stCondLst>
                                            <p:cond delay="0"/>
                                          </p:stCondLst>
                                        </p:cTn>
                                        <p:tgtEl>
                                          <p:spTgt spid="15"/>
                                        </p:tgtEl>
                                        <p:attrNameLst>
                                          <p:attrName>style.visibility</p:attrName>
                                        </p:attrNameLst>
                                      </p:cBhvr>
                                      <p:to>
                                        <p:strVal val="visible"/>
                                      </p:to>
                                    </p:set>
                                    <p:anim calcmode="lin" valueType="num">
                                      <p:cBhvr additive="base">
                                        <p:cTn id="21" dur="500" fill="hold"/>
                                        <p:tgtEl>
                                          <p:spTgt spid="15"/>
                                        </p:tgtEl>
                                        <p:attrNameLst>
                                          <p:attrName>ppt_x</p:attrName>
                                        </p:attrNameLst>
                                      </p:cBhvr>
                                      <p:tavLst>
                                        <p:tav tm="0">
                                          <p:val>
                                            <p:strVal val="#ppt_x"/>
                                          </p:val>
                                        </p:tav>
                                        <p:tav tm="100000">
                                          <p:val>
                                            <p:strVal val="#ppt_x"/>
                                          </p:val>
                                        </p:tav>
                                      </p:tavLst>
                                    </p:anim>
                                    <p:anim calcmode="lin" valueType="num">
                                      <p:cBhvr additive="base">
                                        <p:cTn id="22" dur="500" fill="hold"/>
                                        <p:tgtEl>
                                          <p:spTgt spid="15"/>
                                        </p:tgtEl>
                                        <p:attrNameLst>
                                          <p:attrName>ppt_y</p:attrName>
                                        </p:attrNameLst>
                                      </p:cBhvr>
                                      <p:tavLst>
                                        <p:tav tm="0">
                                          <p:val>
                                            <p:strVal val="1+#ppt_h/2"/>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2" presetClass="entr" presetSubtype="4" fill="hold" nodeType="clickEffect">
                                  <p:stCondLst>
                                    <p:cond delay="0"/>
                                  </p:stCondLst>
                                  <p:childTnLst>
                                    <p:set>
                                      <p:cBhvr>
                                        <p:cTn id="26" dur="1" fill="hold">
                                          <p:stCondLst>
                                            <p:cond delay="0"/>
                                          </p:stCondLst>
                                        </p:cTn>
                                        <p:tgtEl>
                                          <p:spTgt spid="16"/>
                                        </p:tgtEl>
                                        <p:attrNameLst>
                                          <p:attrName>style.visibility</p:attrName>
                                        </p:attrNameLst>
                                      </p:cBhvr>
                                      <p:to>
                                        <p:strVal val="visible"/>
                                      </p:to>
                                    </p:set>
                                    <p:anim calcmode="lin" valueType="num">
                                      <p:cBhvr additive="base">
                                        <p:cTn id="27" dur="500" fill="hold"/>
                                        <p:tgtEl>
                                          <p:spTgt spid="16"/>
                                        </p:tgtEl>
                                        <p:attrNameLst>
                                          <p:attrName>ppt_x</p:attrName>
                                        </p:attrNameLst>
                                      </p:cBhvr>
                                      <p:tavLst>
                                        <p:tav tm="0">
                                          <p:val>
                                            <p:strVal val="#ppt_x"/>
                                          </p:val>
                                        </p:tav>
                                        <p:tav tm="100000">
                                          <p:val>
                                            <p:strVal val="#ppt_x"/>
                                          </p:val>
                                        </p:tav>
                                      </p:tavLst>
                                    </p:anim>
                                    <p:anim calcmode="lin" valueType="num">
                                      <p:cBhvr additive="base">
                                        <p:cTn id="28" dur="500" fill="hold"/>
                                        <p:tgtEl>
                                          <p:spTgt spid="16"/>
                                        </p:tgtEl>
                                        <p:attrNameLst>
                                          <p:attrName>ppt_y</p:attrName>
                                        </p:attrNameLst>
                                      </p:cBhvr>
                                      <p:tavLst>
                                        <p:tav tm="0">
                                          <p:val>
                                            <p:strVal val="1+#ppt_h/2"/>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2" presetClass="entr" presetSubtype="4" fill="hold" grpId="0" nodeType="clickEffect">
                                  <p:stCondLst>
                                    <p:cond delay="0"/>
                                  </p:stCondLst>
                                  <p:childTnLst>
                                    <p:set>
                                      <p:cBhvr>
                                        <p:cTn id="32" dur="1" fill="hold">
                                          <p:stCondLst>
                                            <p:cond delay="0"/>
                                          </p:stCondLst>
                                        </p:cTn>
                                        <p:tgtEl>
                                          <p:spTgt spid="17"/>
                                        </p:tgtEl>
                                        <p:attrNameLst>
                                          <p:attrName>style.visibility</p:attrName>
                                        </p:attrNameLst>
                                      </p:cBhvr>
                                      <p:to>
                                        <p:strVal val="visible"/>
                                      </p:to>
                                    </p:set>
                                    <p:anim calcmode="lin" valueType="num">
                                      <p:cBhvr additive="base">
                                        <p:cTn id="33" dur="500" fill="hold"/>
                                        <p:tgtEl>
                                          <p:spTgt spid="17"/>
                                        </p:tgtEl>
                                        <p:attrNameLst>
                                          <p:attrName>ppt_x</p:attrName>
                                        </p:attrNameLst>
                                      </p:cBhvr>
                                      <p:tavLst>
                                        <p:tav tm="0">
                                          <p:val>
                                            <p:strVal val="#ppt_x"/>
                                          </p:val>
                                        </p:tav>
                                        <p:tav tm="100000">
                                          <p:val>
                                            <p:strVal val="#ppt_x"/>
                                          </p:val>
                                        </p:tav>
                                      </p:tavLst>
                                    </p:anim>
                                    <p:anim calcmode="lin" valueType="num">
                                      <p:cBhvr additive="base">
                                        <p:cTn id="34" dur="500" fill="hold"/>
                                        <p:tgtEl>
                                          <p:spTgt spid="1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1"/>
      <p:bldP spid="17" grpId="0"/>
      <p:bldP spid="17" grpId="1"/>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直接连接符 29"/>
          <p:cNvSpPr/>
          <p:nvPr/>
        </p:nvSpPr>
        <p:spPr>
          <a:xfrm flipV="1">
            <a:off x="72708" y="948055"/>
            <a:ext cx="12045600" cy="9525"/>
          </a:xfrm>
          <a:prstGeom prst="line">
            <a:avLst/>
          </a:prstGeom>
          <a:ln w="136525" cap="sq" cmpd="sng">
            <a:solidFill>
              <a:srgbClr val="66CCFF"/>
            </a:solidFill>
            <a:prstDash val="solid"/>
            <a:miter/>
            <a:headEnd type="none" w="med" len="med"/>
            <a:tailEnd type="none" w="med" len="med"/>
          </a:ln>
        </p:spPr>
        <p:txBody>
          <a:bodyPr/>
          <a:lstStyle/>
          <a:p>
            <a:endParaRPr lang="zh-CN" altLang="en-US"/>
          </a:p>
        </p:txBody>
      </p:sp>
      <p:sp>
        <p:nvSpPr>
          <p:cNvPr id="4" name="右箭头 3"/>
          <p:cNvSpPr/>
          <p:nvPr/>
        </p:nvSpPr>
        <p:spPr>
          <a:xfrm>
            <a:off x="5231940" y="392430"/>
            <a:ext cx="504190" cy="167005"/>
          </a:xfrm>
          <a:prstGeom prst="rightArrow">
            <a:avLst/>
          </a:prstGeom>
          <a:solidFill>
            <a:schemeClr val="accent2">
              <a:lumMod val="40000"/>
              <a:lumOff val="60000"/>
            </a:schemeClr>
          </a:solidFill>
          <a:ln>
            <a:solidFill>
              <a:srgbClr val="7030A0"/>
            </a:solidFill>
          </a:ln>
        </p:spPr>
        <p:style>
          <a:lnRef idx="2">
            <a:schemeClr val="accent2">
              <a:shade val="50000"/>
            </a:schemeClr>
          </a:lnRef>
          <a:fillRef idx="1">
            <a:schemeClr val="accent2"/>
          </a:fillRef>
          <a:effectRef idx="0">
            <a:schemeClr val="accent2"/>
          </a:effectRef>
          <a:fontRef idx="minor">
            <a:schemeClr val="lt1"/>
          </a:fontRef>
        </p:style>
        <p:txBody>
          <a:bodyPr rtlCol="0" anchor="ctr">
            <a:scene3d>
              <a:camera prst="orthographicFront"/>
              <a:lightRig rig="threePt" dir="t"/>
            </a:scene3d>
          </a:bodyPr>
          <a:lstStyle/>
          <a:p>
            <a:pPr algn="ctr"/>
            <a:endParaRPr lang="zh-CN" altLang="en-US">
              <a:ln>
                <a:solidFill>
                  <a:sysClr val="windowText" lastClr="000000"/>
                </a:solidFill>
              </a:ln>
              <a:solidFill>
                <a:schemeClr val="accent6">
                  <a:lumMod val="60000"/>
                  <a:lumOff val="40000"/>
                </a:schemeClr>
              </a:solidFill>
              <a:effectLst/>
            </a:endParaRPr>
          </a:p>
        </p:txBody>
      </p:sp>
      <p:sp>
        <p:nvSpPr>
          <p:cNvPr id="13" name="TextBox 27"/>
          <p:cNvSpPr/>
          <p:nvPr/>
        </p:nvSpPr>
        <p:spPr>
          <a:xfrm>
            <a:off x="5951990" y="201295"/>
            <a:ext cx="6094730" cy="521970"/>
          </a:xfrm>
          <a:prstGeom prst="rect">
            <a:avLst/>
          </a:prstGeom>
          <a:noFill/>
          <a:ln w="9525">
            <a:noFill/>
          </a:ln>
        </p:spPr>
        <p:txBody>
          <a:bodyPr wrap="square">
            <a:spAutoFit/>
            <a:scene3d>
              <a:camera prst="orthographicFront"/>
              <a:lightRig rig="soft" dir="t">
                <a:rot lat="0" lon="0" rev="15600000"/>
              </a:lightRig>
            </a:scene3d>
            <a:sp3d extrusionH="57150" prstMaterial="softEdge">
              <a:bevelT w="25400" h="38100"/>
            </a:sp3d>
          </a:bodyPr>
          <a:lstStyle/>
          <a:p>
            <a:pPr lvl="0">
              <a:lnSpc>
                <a:spcPct val="100000"/>
              </a:lnSpc>
            </a:pPr>
            <a:r>
              <a:rPr lang="en-US" sz="2800" b="1" dirty="0">
                <a:solidFill>
                  <a:schemeClr val="accent4"/>
                </a:solidFill>
                <a:effectLst/>
                <a:latin typeface="微软雅黑" panose="020B0503020204020204" pitchFamily="2" charset="-122"/>
                <a:ea typeface="微软雅黑" panose="020B0503020204020204" pitchFamily="2" charset="-122"/>
                <a:sym typeface="微软雅黑" panose="020B0503020204020204" pitchFamily="2" charset="-122"/>
              </a:rPr>
              <a:t>5</a:t>
            </a:r>
            <a:r>
              <a:rPr lang="zh-CN" altLang="en-US" sz="2800" b="1" dirty="0">
                <a:solidFill>
                  <a:schemeClr val="accent4"/>
                </a:solidFill>
                <a:effectLst/>
                <a:latin typeface="微软雅黑" panose="020B0503020204020204" pitchFamily="2" charset="-122"/>
                <a:ea typeface="微软雅黑" panose="020B0503020204020204" pitchFamily="2" charset="-122"/>
                <a:sym typeface="微软雅黑" panose="020B0503020204020204" pitchFamily="2" charset="-122"/>
              </a:rPr>
              <a:t>.</a:t>
            </a:r>
            <a:r>
              <a:rPr lang="en-US" altLang="zh-CN" sz="2800" b="1">
                <a:solidFill>
                  <a:schemeClr val="accent4"/>
                </a:solidFill>
                <a:effectLst/>
                <a:latin typeface="微软雅黑" panose="020B0503020204020204" pitchFamily="2" charset="-122"/>
                <a:ea typeface="微软雅黑" panose="020B0503020204020204" pitchFamily="2" charset="-122"/>
                <a:sym typeface="微软雅黑" panose="020B0503020204020204" pitchFamily="2" charset="-122"/>
              </a:rPr>
              <a:t>3</a:t>
            </a:r>
            <a:r>
              <a:rPr lang="zh-CN" altLang="en-US" sz="2800" b="1">
                <a:solidFill>
                  <a:schemeClr val="accent4"/>
                </a:solidFill>
                <a:effectLst/>
                <a:latin typeface="微软雅黑" panose="020B0503020204020204" pitchFamily="2" charset="-122"/>
                <a:ea typeface="微软雅黑" panose="020B0503020204020204" pitchFamily="2" charset="-122"/>
                <a:sym typeface="微软雅黑" panose="020B0503020204020204" pitchFamily="2" charset="-122"/>
              </a:rPr>
              <a:t> </a:t>
            </a:r>
            <a:r>
              <a:rPr lang="zh-CN" altLang="en-US" sz="2800" b="1">
                <a:solidFill>
                  <a:schemeClr val="accent4"/>
                </a:solidFill>
                <a:latin typeface="微软雅黑" panose="020B0503020204020204" pitchFamily="2" charset="-122"/>
                <a:ea typeface="微软雅黑" panose="020B0503020204020204" pitchFamily="2" charset="-122"/>
                <a:sym typeface="微软雅黑" panose="020B0503020204020204" pitchFamily="2" charset="-122"/>
              </a:rPr>
              <a:t>数据无量纲化及权重确定</a:t>
            </a:r>
          </a:p>
        </p:txBody>
      </p:sp>
      <p:sp>
        <p:nvSpPr>
          <p:cNvPr id="10" name="TextBox 28"/>
          <p:cNvSpPr/>
          <p:nvPr/>
        </p:nvSpPr>
        <p:spPr>
          <a:xfrm>
            <a:off x="191770" y="168910"/>
            <a:ext cx="5167630" cy="583565"/>
          </a:xfrm>
          <a:prstGeom prst="rect">
            <a:avLst/>
          </a:prstGeom>
          <a:noFill/>
          <a:ln w="9525">
            <a:noFill/>
          </a:ln>
        </p:spPr>
        <p:txBody>
          <a:bodyPr wrap="square">
            <a:spAutoFit/>
            <a:scene3d>
              <a:camera prst="orthographicFront"/>
              <a:lightRig rig="threePt" dir="t"/>
            </a:scene3d>
          </a:bodyPr>
          <a:lstStyle/>
          <a:p>
            <a:pPr lvl="0"/>
            <a:r>
              <a:rPr lang="en-US" altLang="zh-CN" sz="3200" b="1">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5</a:t>
            </a:r>
            <a:r>
              <a:rPr lang="zh-CN" altLang="en-US" sz="3200" b="1">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  </a:t>
            </a:r>
            <a:r>
              <a:rPr sz="3200" b="1">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综合分析及Python评价</a:t>
            </a:r>
            <a:endParaRPr lang="zh-CN" altLang="en-US" sz="3200" b="1">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endParaRPr>
          </a:p>
        </p:txBody>
      </p:sp>
      <p:pic>
        <p:nvPicPr>
          <p:cNvPr id="6" name="图片 5"/>
          <p:cNvPicPr>
            <a:picLocks noChangeAspect="1"/>
          </p:cNvPicPr>
          <p:nvPr/>
        </p:nvPicPr>
        <p:blipFill>
          <a:blip r:embed="rId3"/>
          <a:stretch>
            <a:fillRect/>
          </a:stretch>
        </p:blipFill>
        <p:spPr>
          <a:xfrm>
            <a:off x="1847850" y="1052830"/>
            <a:ext cx="8545830" cy="5805170"/>
          </a:xfrm>
          <a:prstGeom prst="rect">
            <a:avLst/>
          </a:prstGeom>
        </p:spPr>
      </p:pic>
      <p:sp>
        <p:nvSpPr>
          <p:cNvPr id="7" name="文本框 6"/>
          <p:cNvSpPr txBox="1"/>
          <p:nvPr/>
        </p:nvSpPr>
        <p:spPr>
          <a:xfrm rot="5400000">
            <a:off x="116205" y="2927985"/>
            <a:ext cx="2202815" cy="1620520"/>
          </a:xfrm>
          <a:prstGeom prst="rect">
            <a:avLst/>
          </a:prstGeom>
          <a:noFill/>
        </p:spPr>
        <p:txBody>
          <a:bodyPr vert="vert270" wrap="square" rtlCol="0" anchor="t">
            <a:noAutofit/>
          </a:bodyPr>
          <a:lstStyle/>
          <a:p>
            <a:pPr>
              <a:lnSpc>
                <a:spcPct val="150000"/>
              </a:lnSpc>
            </a:pPr>
            <a:r>
              <a:rPr lang="zh-CN" altLang="en-US" sz="2400" b="1">
                <a:solidFill>
                  <a:srgbClr val="C00000"/>
                </a:solidFill>
              </a:rPr>
              <a:t>自定义层次分析法权重确定函数</a:t>
            </a:r>
            <a:r>
              <a:rPr lang="en-US" altLang="zh-CN" sz="2400" b="1">
                <a:solidFill>
                  <a:srgbClr val="C00000"/>
                </a:solidFill>
              </a:rPr>
              <a:t>AHP</a:t>
            </a:r>
            <a:r>
              <a:rPr lang="zh-CN" altLang="en-US" sz="2400" b="1">
                <a:solidFill>
                  <a:srgbClr val="C00000"/>
                </a:solidFill>
              </a:rPr>
              <a:t> </a:t>
            </a:r>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randombar(horizontal)">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直接连接符 29"/>
          <p:cNvSpPr/>
          <p:nvPr/>
        </p:nvSpPr>
        <p:spPr>
          <a:xfrm flipV="1">
            <a:off x="72708" y="948055"/>
            <a:ext cx="12045600" cy="9525"/>
          </a:xfrm>
          <a:prstGeom prst="line">
            <a:avLst/>
          </a:prstGeom>
          <a:ln w="136525" cap="sq" cmpd="sng">
            <a:solidFill>
              <a:srgbClr val="66CCFF"/>
            </a:solidFill>
            <a:prstDash val="solid"/>
            <a:miter/>
            <a:headEnd type="none" w="med" len="med"/>
            <a:tailEnd type="none" w="med" len="med"/>
          </a:ln>
        </p:spPr>
        <p:txBody>
          <a:bodyPr/>
          <a:lstStyle/>
          <a:p>
            <a:endParaRPr lang="zh-CN" altLang="en-US"/>
          </a:p>
        </p:txBody>
      </p:sp>
      <p:sp>
        <p:nvSpPr>
          <p:cNvPr id="4" name="右箭头 3"/>
          <p:cNvSpPr/>
          <p:nvPr/>
        </p:nvSpPr>
        <p:spPr>
          <a:xfrm>
            <a:off x="5231940" y="392430"/>
            <a:ext cx="504190" cy="167005"/>
          </a:xfrm>
          <a:prstGeom prst="rightArrow">
            <a:avLst/>
          </a:prstGeom>
          <a:solidFill>
            <a:schemeClr val="accent2">
              <a:lumMod val="40000"/>
              <a:lumOff val="60000"/>
            </a:schemeClr>
          </a:solidFill>
          <a:ln>
            <a:solidFill>
              <a:srgbClr val="7030A0"/>
            </a:solidFill>
          </a:ln>
        </p:spPr>
        <p:style>
          <a:lnRef idx="2">
            <a:schemeClr val="accent2">
              <a:shade val="50000"/>
            </a:schemeClr>
          </a:lnRef>
          <a:fillRef idx="1">
            <a:schemeClr val="accent2"/>
          </a:fillRef>
          <a:effectRef idx="0">
            <a:schemeClr val="accent2"/>
          </a:effectRef>
          <a:fontRef idx="minor">
            <a:schemeClr val="lt1"/>
          </a:fontRef>
        </p:style>
        <p:txBody>
          <a:bodyPr rtlCol="0" anchor="ctr">
            <a:scene3d>
              <a:camera prst="orthographicFront"/>
              <a:lightRig rig="threePt" dir="t"/>
            </a:scene3d>
          </a:bodyPr>
          <a:lstStyle/>
          <a:p>
            <a:pPr algn="ctr"/>
            <a:endParaRPr lang="zh-CN" altLang="en-US">
              <a:ln>
                <a:solidFill>
                  <a:sysClr val="windowText" lastClr="000000"/>
                </a:solidFill>
              </a:ln>
              <a:solidFill>
                <a:schemeClr val="accent6">
                  <a:lumMod val="60000"/>
                  <a:lumOff val="40000"/>
                </a:schemeClr>
              </a:solidFill>
              <a:effectLst/>
            </a:endParaRPr>
          </a:p>
        </p:txBody>
      </p:sp>
      <p:sp>
        <p:nvSpPr>
          <p:cNvPr id="13" name="TextBox 27"/>
          <p:cNvSpPr/>
          <p:nvPr/>
        </p:nvSpPr>
        <p:spPr>
          <a:xfrm>
            <a:off x="5951990" y="201295"/>
            <a:ext cx="6094730" cy="521970"/>
          </a:xfrm>
          <a:prstGeom prst="rect">
            <a:avLst/>
          </a:prstGeom>
          <a:noFill/>
          <a:ln w="9525">
            <a:noFill/>
          </a:ln>
        </p:spPr>
        <p:txBody>
          <a:bodyPr wrap="square">
            <a:spAutoFit/>
            <a:scene3d>
              <a:camera prst="orthographicFront"/>
              <a:lightRig rig="soft" dir="t">
                <a:rot lat="0" lon="0" rev="15600000"/>
              </a:lightRig>
            </a:scene3d>
            <a:sp3d extrusionH="57150" prstMaterial="softEdge">
              <a:bevelT w="25400" h="38100"/>
            </a:sp3d>
          </a:bodyPr>
          <a:lstStyle/>
          <a:p>
            <a:pPr lvl="0">
              <a:lnSpc>
                <a:spcPct val="100000"/>
              </a:lnSpc>
            </a:pPr>
            <a:r>
              <a:rPr lang="en-US" sz="2800" b="1" dirty="0">
                <a:solidFill>
                  <a:schemeClr val="accent4"/>
                </a:solidFill>
                <a:effectLst/>
                <a:latin typeface="微软雅黑" panose="020B0503020204020204" pitchFamily="2" charset="-122"/>
                <a:ea typeface="微软雅黑" panose="020B0503020204020204" pitchFamily="2" charset="-122"/>
                <a:sym typeface="微软雅黑" panose="020B0503020204020204" pitchFamily="2" charset="-122"/>
              </a:rPr>
              <a:t>5</a:t>
            </a:r>
            <a:r>
              <a:rPr lang="zh-CN" altLang="en-US" sz="2800" b="1" dirty="0">
                <a:solidFill>
                  <a:schemeClr val="accent4"/>
                </a:solidFill>
                <a:effectLst/>
                <a:latin typeface="微软雅黑" panose="020B0503020204020204" pitchFamily="2" charset="-122"/>
                <a:ea typeface="微软雅黑" panose="020B0503020204020204" pitchFamily="2" charset="-122"/>
                <a:sym typeface="微软雅黑" panose="020B0503020204020204" pitchFamily="2" charset="-122"/>
              </a:rPr>
              <a:t>.</a:t>
            </a:r>
            <a:r>
              <a:rPr lang="en-US" altLang="zh-CN" sz="2800" b="1">
                <a:solidFill>
                  <a:schemeClr val="accent4"/>
                </a:solidFill>
                <a:effectLst/>
                <a:latin typeface="微软雅黑" panose="020B0503020204020204" pitchFamily="2" charset="-122"/>
                <a:ea typeface="微软雅黑" panose="020B0503020204020204" pitchFamily="2" charset="-122"/>
                <a:sym typeface="微软雅黑" panose="020B0503020204020204" pitchFamily="2" charset="-122"/>
              </a:rPr>
              <a:t>3</a:t>
            </a:r>
            <a:r>
              <a:rPr lang="zh-CN" altLang="en-US" sz="2800" b="1">
                <a:solidFill>
                  <a:schemeClr val="accent4"/>
                </a:solidFill>
                <a:effectLst/>
                <a:latin typeface="微软雅黑" panose="020B0503020204020204" pitchFamily="2" charset="-122"/>
                <a:ea typeface="微软雅黑" panose="020B0503020204020204" pitchFamily="2" charset="-122"/>
                <a:sym typeface="微软雅黑" panose="020B0503020204020204" pitchFamily="2" charset="-122"/>
              </a:rPr>
              <a:t> </a:t>
            </a:r>
            <a:r>
              <a:rPr lang="zh-CN" altLang="en-US" sz="2800" b="1">
                <a:solidFill>
                  <a:schemeClr val="accent4"/>
                </a:solidFill>
                <a:latin typeface="微软雅黑" panose="020B0503020204020204" pitchFamily="2" charset="-122"/>
                <a:ea typeface="微软雅黑" panose="020B0503020204020204" pitchFamily="2" charset="-122"/>
                <a:sym typeface="微软雅黑" panose="020B0503020204020204" pitchFamily="2" charset="-122"/>
              </a:rPr>
              <a:t>数据无量纲化及权重确定</a:t>
            </a:r>
          </a:p>
        </p:txBody>
      </p:sp>
      <p:sp>
        <p:nvSpPr>
          <p:cNvPr id="10" name="TextBox 28"/>
          <p:cNvSpPr/>
          <p:nvPr/>
        </p:nvSpPr>
        <p:spPr>
          <a:xfrm>
            <a:off x="191770" y="168910"/>
            <a:ext cx="5167630" cy="583565"/>
          </a:xfrm>
          <a:prstGeom prst="rect">
            <a:avLst/>
          </a:prstGeom>
          <a:noFill/>
          <a:ln w="9525">
            <a:noFill/>
          </a:ln>
        </p:spPr>
        <p:txBody>
          <a:bodyPr wrap="square">
            <a:spAutoFit/>
            <a:scene3d>
              <a:camera prst="orthographicFront"/>
              <a:lightRig rig="threePt" dir="t"/>
            </a:scene3d>
          </a:bodyPr>
          <a:lstStyle/>
          <a:p>
            <a:pPr lvl="0"/>
            <a:r>
              <a:rPr lang="en-US" altLang="zh-CN" sz="3200" b="1">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5</a:t>
            </a:r>
            <a:r>
              <a:rPr lang="zh-CN" altLang="en-US" sz="3200" b="1">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  </a:t>
            </a:r>
            <a:r>
              <a:rPr sz="3200" b="1">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综合分析及Python评价</a:t>
            </a:r>
            <a:endParaRPr lang="zh-CN" altLang="en-US" sz="3200" b="1">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endParaRPr>
          </a:p>
        </p:txBody>
      </p:sp>
      <p:sp>
        <p:nvSpPr>
          <p:cNvPr id="5" name="文本框 4"/>
          <p:cNvSpPr txBox="1"/>
          <p:nvPr/>
        </p:nvSpPr>
        <p:spPr>
          <a:xfrm>
            <a:off x="407670" y="1196975"/>
            <a:ext cx="6096000" cy="460375"/>
          </a:xfrm>
          <a:prstGeom prst="rect">
            <a:avLst/>
          </a:prstGeom>
          <a:noFill/>
        </p:spPr>
        <p:txBody>
          <a:bodyPr wrap="square" rtlCol="0" anchor="t">
            <a:spAutoFit/>
          </a:bodyPr>
          <a:lstStyle/>
          <a:p>
            <a:r>
              <a:rPr lang="zh-CN" altLang="en-US" sz="2400" b="1">
                <a:solidFill>
                  <a:srgbClr val="C00000"/>
                </a:solidFill>
              </a:rPr>
              <a:t>【例 5.3】居民消费指标体系权重确定</a:t>
            </a:r>
          </a:p>
        </p:txBody>
      </p:sp>
      <p:pic>
        <p:nvPicPr>
          <p:cNvPr id="9" name="图片 8"/>
          <p:cNvPicPr>
            <a:picLocks noChangeAspect="1"/>
          </p:cNvPicPr>
          <p:nvPr/>
        </p:nvPicPr>
        <p:blipFill>
          <a:blip r:embed="rId3"/>
          <a:stretch>
            <a:fillRect/>
          </a:stretch>
        </p:blipFill>
        <p:spPr>
          <a:xfrm>
            <a:off x="623570" y="1845310"/>
            <a:ext cx="2338705" cy="433705"/>
          </a:xfrm>
          <a:prstGeom prst="rect">
            <a:avLst/>
          </a:prstGeom>
        </p:spPr>
      </p:pic>
      <p:pic>
        <p:nvPicPr>
          <p:cNvPr id="11" name="图片 10"/>
          <p:cNvPicPr>
            <a:picLocks noChangeAspect="1"/>
          </p:cNvPicPr>
          <p:nvPr/>
        </p:nvPicPr>
        <p:blipFill>
          <a:blip r:embed="rId4"/>
          <a:stretch>
            <a:fillRect/>
          </a:stretch>
        </p:blipFill>
        <p:spPr>
          <a:xfrm>
            <a:off x="551815" y="2421255"/>
            <a:ext cx="2557780" cy="476250"/>
          </a:xfrm>
          <a:prstGeom prst="rect">
            <a:avLst/>
          </a:prstGeom>
        </p:spPr>
      </p:pic>
      <p:pic>
        <p:nvPicPr>
          <p:cNvPr id="12" name="图片 11"/>
          <p:cNvPicPr>
            <a:picLocks noChangeAspect="1"/>
          </p:cNvPicPr>
          <p:nvPr/>
        </p:nvPicPr>
        <p:blipFill>
          <a:blip r:embed="rId5"/>
          <a:stretch>
            <a:fillRect/>
          </a:stretch>
        </p:blipFill>
        <p:spPr>
          <a:xfrm>
            <a:off x="1431925" y="3429000"/>
            <a:ext cx="9782175" cy="1748155"/>
          </a:xfrm>
          <a:prstGeom prst="rect">
            <a:avLst/>
          </a:prstGeom>
        </p:spPr>
      </p:pic>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additive="base">
                                        <p:cTn id="7" dur="500" fill="hold"/>
                                        <p:tgtEl>
                                          <p:spTgt spid="9"/>
                                        </p:tgtEl>
                                        <p:attrNameLst>
                                          <p:attrName>ppt_x</p:attrName>
                                        </p:attrNameLst>
                                      </p:cBhvr>
                                      <p:tavLst>
                                        <p:tav tm="0">
                                          <p:val>
                                            <p:strVal val="#ppt_x"/>
                                          </p:val>
                                        </p:tav>
                                        <p:tav tm="100000">
                                          <p:val>
                                            <p:strVal val="#ppt_x"/>
                                          </p:val>
                                        </p:tav>
                                      </p:tavLst>
                                    </p:anim>
                                    <p:anim calcmode="lin" valueType="num">
                                      <p:cBhvr additive="base">
                                        <p:cTn id="8" dur="500" fill="hold"/>
                                        <p:tgtEl>
                                          <p:spTgt spid="9"/>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11"/>
                                        </p:tgtEl>
                                        <p:attrNameLst>
                                          <p:attrName>style.visibility</p:attrName>
                                        </p:attrNameLst>
                                      </p:cBhvr>
                                      <p:to>
                                        <p:strVal val="visible"/>
                                      </p:to>
                                    </p:set>
                                    <p:anim calcmode="lin" valueType="num">
                                      <p:cBhvr additive="base">
                                        <p:cTn id="13" dur="500" fill="hold"/>
                                        <p:tgtEl>
                                          <p:spTgt spid="11"/>
                                        </p:tgtEl>
                                        <p:attrNameLst>
                                          <p:attrName>ppt_x</p:attrName>
                                        </p:attrNameLst>
                                      </p:cBhvr>
                                      <p:tavLst>
                                        <p:tav tm="0">
                                          <p:val>
                                            <p:strVal val="#ppt_x"/>
                                          </p:val>
                                        </p:tav>
                                        <p:tav tm="100000">
                                          <p:val>
                                            <p:strVal val="#ppt_x"/>
                                          </p:val>
                                        </p:tav>
                                      </p:tavLst>
                                    </p:anim>
                                    <p:anim calcmode="lin" valueType="num">
                                      <p:cBhvr additive="base">
                                        <p:cTn id="14" dur="500" fill="hold"/>
                                        <p:tgtEl>
                                          <p:spTgt spid="11"/>
                                        </p:tgtEl>
                                        <p:attrNameLst>
                                          <p:attrName>ppt_y</p:attrName>
                                        </p:attrNameLst>
                                      </p:cBhvr>
                                      <p:tavLst>
                                        <p:tav tm="0">
                                          <p:val>
                                            <p:strVal val="1+#ppt_h/2"/>
                                          </p:val>
                                        </p:tav>
                                        <p:tav tm="100000">
                                          <p:val>
                                            <p:strVal val="#ppt_y"/>
                                          </p:val>
                                        </p:tav>
                                      </p:tavLst>
                                    </p:anim>
                                  </p:childTnLst>
                                </p:cTn>
                              </p:par>
                              <p:par>
                                <p:cTn id="15" presetID="2" presetClass="entr" presetSubtype="4" fill="hold" nodeType="withEffect">
                                  <p:stCondLst>
                                    <p:cond delay="0"/>
                                  </p:stCondLst>
                                  <p:childTnLst>
                                    <p:set>
                                      <p:cBhvr>
                                        <p:cTn id="16" dur="1" fill="hold">
                                          <p:stCondLst>
                                            <p:cond delay="0"/>
                                          </p:stCondLst>
                                        </p:cTn>
                                        <p:tgtEl>
                                          <p:spTgt spid="12"/>
                                        </p:tgtEl>
                                        <p:attrNameLst>
                                          <p:attrName>style.visibility</p:attrName>
                                        </p:attrNameLst>
                                      </p:cBhvr>
                                      <p:to>
                                        <p:strVal val="visible"/>
                                      </p:to>
                                    </p:set>
                                    <p:anim calcmode="lin" valueType="num">
                                      <p:cBhvr additive="base">
                                        <p:cTn id="17" dur="500" fill="hold"/>
                                        <p:tgtEl>
                                          <p:spTgt spid="12"/>
                                        </p:tgtEl>
                                        <p:attrNameLst>
                                          <p:attrName>ppt_x</p:attrName>
                                        </p:attrNameLst>
                                      </p:cBhvr>
                                      <p:tavLst>
                                        <p:tav tm="0">
                                          <p:val>
                                            <p:strVal val="#ppt_x"/>
                                          </p:val>
                                        </p:tav>
                                        <p:tav tm="100000">
                                          <p:val>
                                            <p:strVal val="#ppt_x"/>
                                          </p:val>
                                        </p:tav>
                                      </p:tavLst>
                                    </p:anim>
                                    <p:anim calcmode="lin" valueType="num">
                                      <p:cBhvr additive="base">
                                        <p:cTn id="18" dur="500" fill="hold"/>
                                        <p:tgtEl>
                                          <p:spTgt spid="1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直接连接符 29"/>
          <p:cNvSpPr/>
          <p:nvPr/>
        </p:nvSpPr>
        <p:spPr>
          <a:xfrm flipV="1">
            <a:off x="72708" y="948055"/>
            <a:ext cx="12045600" cy="9525"/>
          </a:xfrm>
          <a:prstGeom prst="line">
            <a:avLst/>
          </a:prstGeom>
          <a:ln w="136525" cap="sq" cmpd="sng">
            <a:solidFill>
              <a:srgbClr val="66CCFF"/>
            </a:solidFill>
            <a:prstDash val="solid"/>
            <a:miter/>
            <a:headEnd type="none" w="med" len="med"/>
            <a:tailEnd type="none" w="med" len="med"/>
          </a:ln>
        </p:spPr>
        <p:txBody>
          <a:bodyPr/>
          <a:lstStyle/>
          <a:p>
            <a:endParaRPr lang="zh-CN" altLang="en-US"/>
          </a:p>
        </p:txBody>
      </p:sp>
      <p:sp>
        <p:nvSpPr>
          <p:cNvPr id="4" name="右箭头 3"/>
          <p:cNvSpPr/>
          <p:nvPr/>
        </p:nvSpPr>
        <p:spPr>
          <a:xfrm>
            <a:off x="5231940" y="392430"/>
            <a:ext cx="504190" cy="167005"/>
          </a:xfrm>
          <a:prstGeom prst="rightArrow">
            <a:avLst/>
          </a:prstGeom>
          <a:solidFill>
            <a:schemeClr val="accent2">
              <a:lumMod val="40000"/>
              <a:lumOff val="60000"/>
            </a:schemeClr>
          </a:solidFill>
          <a:ln>
            <a:solidFill>
              <a:srgbClr val="7030A0"/>
            </a:solidFill>
          </a:ln>
        </p:spPr>
        <p:style>
          <a:lnRef idx="2">
            <a:schemeClr val="accent2">
              <a:shade val="50000"/>
            </a:schemeClr>
          </a:lnRef>
          <a:fillRef idx="1">
            <a:schemeClr val="accent2"/>
          </a:fillRef>
          <a:effectRef idx="0">
            <a:schemeClr val="accent2"/>
          </a:effectRef>
          <a:fontRef idx="minor">
            <a:schemeClr val="lt1"/>
          </a:fontRef>
        </p:style>
        <p:txBody>
          <a:bodyPr rtlCol="0" anchor="ctr">
            <a:scene3d>
              <a:camera prst="orthographicFront"/>
              <a:lightRig rig="threePt" dir="t"/>
            </a:scene3d>
          </a:bodyPr>
          <a:lstStyle/>
          <a:p>
            <a:pPr algn="ctr"/>
            <a:endParaRPr lang="zh-CN" altLang="en-US">
              <a:ln>
                <a:solidFill>
                  <a:sysClr val="windowText" lastClr="000000"/>
                </a:solidFill>
              </a:ln>
              <a:solidFill>
                <a:schemeClr val="accent6">
                  <a:lumMod val="60000"/>
                  <a:lumOff val="40000"/>
                </a:schemeClr>
              </a:solidFill>
              <a:effectLst/>
            </a:endParaRPr>
          </a:p>
        </p:txBody>
      </p:sp>
      <p:sp>
        <p:nvSpPr>
          <p:cNvPr id="13" name="TextBox 27"/>
          <p:cNvSpPr/>
          <p:nvPr/>
        </p:nvSpPr>
        <p:spPr>
          <a:xfrm>
            <a:off x="5951990" y="201295"/>
            <a:ext cx="6094730" cy="521970"/>
          </a:xfrm>
          <a:prstGeom prst="rect">
            <a:avLst/>
          </a:prstGeom>
          <a:noFill/>
          <a:ln w="9525">
            <a:noFill/>
          </a:ln>
        </p:spPr>
        <p:txBody>
          <a:bodyPr wrap="square">
            <a:spAutoFit/>
            <a:scene3d>
              <a:camera prst="orthographicFront"/>
              <a:lightRig rig="soft" dir="t">
                <a:rot lat="0" lon="0" rev="15600000"/>
              </a:lightRig>
            </a:scene3d>
            <a:sp3d extrusionH="57150" prstMaterial="softEdge">
              <a:bevelT w="25400" h="38100"/>
            </a:sp3d>
          </a:bodyPr>
          <a:lstStyle/>
          <a:p>
            <a:pPr lvl="0">
              <a:lnSpc>
                <a:spcPct val="100000"/>
              </a:lnSpc>
            </a:pPr>
            <a:r>
              <a:rPr lang="en-US" sz="2800" b="1" dirty="0">
                <a:solidFill>
                  <a:schemeClr val="accent4"/>
                </a:solidFill>
                <a:effectLst/>
                <a:latin typeface="微软雅黑" panose="020B0503020204020204" pitchFamily="2" charset="-122"/>
                <a:ea typeface="微软雅黑" panose="020B0503020204020204" pitchFamily="2" charset="-122"/>
                <a:sym typeface="微软雅黑" panose="020B0503020204020204" pitchFamily="2" charset="-122"/>
              </a:rPr>
              <a:t>5</a:t>
            </a:r>
            <a:r>
              <a:rPr lang="zh-CN" altLang="en-US" sz="2800" b="1" dirty="0">
                <a:solidFill>
                  <a:schemeClr val="accent4"/>
                </a:solidFill>
                <a:effectLst/>
                <a:latin typeface="微软雅黑" panose="020B0503020204020204" pitchFamily="2" charset="-122"/>
                <a:ea typeface="微软雅黑" panose="020B0503020204020204" pitchFamily="2" charset="-122"/>
                <a:sym typeface="微软雅黑" panose="020B0503020204020204" pitchFamily="2" charset="-122"/>
              </a:rPr>
              <a:t>.</a:t>
            </a:r>
            <a:r>
              <a:rPr lang="en-US" altLang="zh-CN" sz="2800" b="1">
                <a:solidFill>
                  <a:schemeClr val="accent4"/>
                </a:solidFill>
                <a:effectLst/>
                <a:latin typeface="微软雅黑" panose="020B0503020204020204" pitchFamily="2" charset="-122"/>
                <a:ea typeface="微软雅黑" panose="020B0503020204020204" pitchFamily="2" charset="-122"/>
                <a:sym typeface="微软雅黑" panose="020B0503020204020204" pitchFamily="2" charset="-122"/>
              </a:rPr>
              <a:t>3</a:t>
            </a:r>
            <a:r>
              <a:rPr lang="zh-CN" altLang="en-US" sz="2800" b="1">
                <a:solidFill>
                  <a:schemeClr val="accent4"/>
                </a:solidFill>
                <a:effectLst/>
                <a:latin typeface="微软雅黑" panose="020B0503020204020204" pitchFamily="2" charset="-122"/>
                <a:ea typeface="微软雅黑" panose="020B0503020204020204" pitchFamily="2" charset="-122"/>
                <a:sym typeface="微软雅黑" panose="020B0503020204020204" pitchFamily="2" charset="-122"/>
              </a:rPr>
              <a:t> </a:t>
            </a:r>
            <a:r>
              <a:rPr lang="zh-CN" altLang="en-US" sz="2800" b="1">
                <a:solidFill>
                  <a:schemeClr val="accent4"/>
                </a:solidFill>
                <a:latin typeface="微软雅黑" panose="020B0503020204020204" pitchFamily="2" charset="-122"/>
                <a:ea typeface="微软雅黑" panose="020B0503020204020204" pitchFamily="2" charset="-122"/>
                <a:sym typeface="微软雅黑" panose="020B0503020204020204" pitchFamily="2" charset="-122"/>
              </a:rPr>
              <a:t>数据无量纲化及权重确定</a:t>
            </a:r>
          </a:p>
        </p:txBody>
      </p:sp>
      <p:sp>
        <p:nvSpPr>
          <p:cNvPr id="10" name="TextBox 28"/>
          <p:cNvSpPr/>
          <p:nvPr/>
        </p:nvSpPr>
        <p:spPr>
          <a:xfrm>
            <a:off x="191770" y="168910"/>
            <a:ext cx="5167630" cy="583565"/>
          </a:xfrm>
          <a:prstGeom prst="rect">
            <a:avLst/>
          </a:prstGeom>
          <a:noFill/>
          <a:ln w="9525">
            <a:noFill/>
          </a:ln>
        </p:spPr>
        <p:txBody>
          <a:bodyPr wrap="square">
            <a:spAutoFit/>
            <a:scene3d>
              <a:camera prst="orthographicFront"/>
              <a:lightRig rig="threePt" dir="t"/>
            </a:scene3d>
          </a:bodyPr>
          <a:lstStyle/>
          <a:p>
            <a:pPr lvl="0"/>
            <a:r>
              <a:rPr lang="en-US" altLang="zh-CN" sz="3200" b="1">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5</a:t>
            </a:r>
            <a:r>
              <a:rPr lang="zh-CN" altLang="en-US" sz="3200" b="1">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  </a:t>
            </a:r>
            <a:r>
              <a:rPr sz="3200" b="1">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综合分析及Python评价</a:t>
            </a:r>
            <a:endParaRPr lang="zh-CN" altLang="en-US" sz="3200" b="1">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endParaRPr>
          </a:p>
        </p:txBody>
      </p:sp>
      <p:sp>
        <p:nvSpPr>
          <p:cNvPr id="5" name="文本框 4"/>
          <p:cNvSpPr txBox="1"/>
          <p:nvPr/>
        </p:nvSpPr>
        <p:spPr>
          <a:xfrm>
            <a:off x="407670" y="1196975"/>
            <a:ext cx="6096000" cy="460375"/>
          </a:xfrm>
          <a:prstGeom prst="rect">
            <a:avLst/>
          </a:prstGeom>
          <a:noFill/>
        </p:spPr>
        <p:txBody>
          <a:bodyPr wrap="square" rtlCol="0" anchor="t">
            <a:spAutoFit/>
          </a:bodyPr>
          <a:lstStyle/>
          <a:p>
            <a:r>
              <a:rPr lang="zh-CN" altLang="en-US" sz="2400" b="1">
                <a:solidFill>
                  <a:srgbClr val="C00000"/>
                </a:solidFill>
              </a:rPr>
              <a:t>【例 5.3】居民消费指标体系权重确定</a:t>
            </a:r>
          </a:p>
        </p:txBody>
      </p:sp>
      <p:pic>
        <p:nvPicPr>
          <p:cNvPr id="9" name="图片 8"/>
          <p:cNvPicPr>
            <a:picLocks noChangeAspect="1"/>
          </p:cNvPicPr>
          <p:nvPr/>
        </p:nvPicPr>
        <p:blipFill>
          <a:blip r:embed="rId3"/>
          <a:stretch>
            <a:fillRect/>
          </a:stretch>
        </p:blipFill>
        <p:spPr>
          <a:xfrm>
            <a:off x="623570" y="1845310"/>
            <a:ext cx="2338705" cy="433705"/>
          </a:xfrm>
          <a:prstGeom prst="rect">
            <a:avLst/>
          </a:prstGeom>
        </p:spPr>
      </p:pic>
      <p:pic>
        <p:nvPicPr>
          <p:cNvPr id="6" name="图片 5"/>
          <p:cNvPicPr>
            <a:picLocks noChangeAspect="1"/>
          </p:cNvPicPr>
          <p:nvPr/>
        </p:nvPicPr>
        <p:blipFill>
          <a:blip r:embed="rId4"/>
          <a:stretch>
            <a:fillRect/>
          </a:stretch>
        </p:blipFill>
        <p:spPr>
          <a:xfrm>
            <a:off x="623570" y="2466975"/>
            <a:ext cx="6334125" cy="409575"/>
          </a:xfrm>
          <a:prstGeom prst="rect">
            <a:avLst/>
          </a:prstGeom>
        </p:spPr>
      </p:pic>
      <p:pic>
        <p:nvPicPr>
          <p:cNvPr id="8" name="图片 7"/>
          <p:cNvPicPr>
            <a:picLocks noChangeAspect="1"/>
          </p:cNvPicPr>
          <p:nvPr/>
        </p:nvPicPr>
        <p:blipFill>
          <a:blip r:embed="rId5"/>
          <a:stretch>
            <a:fillRect/>
          </a:stretch>
        </p:blipFill>
        <p:spPr>
          <a:xfrm>
            <a:off x="3503930" y="2997200"/>
            <a:ext cx="4643755" cy="714375"/>
          </a:xfrm>
          <a:prstGeom prst="rect">
            <a:avLst/>
          </a:prstGeom>
        </p:spPr>
      </p:pic>
      <p:pic>
        <p:nvPicPr>
          <p:cNvPr id="14" name="图片 13"/>
          <p:cNvPicPr>
            <a:picLocks noChangeAspect="1"/>
          </p:cNvPicPr>
          <p:nvPr/>
        </p:nvPicPr>
        <p:blipFill>
          <a:blip r:embed="rId6"/>
          <a:stretch>
            <a:fillRect/>
          </a:stretch>
        </p:blipFill>
        <p:spPr>
          <a:xfrm>
            <a:off x="3576320" y="4004945"/>
            <a:ext cx="4314825" cy="1876425"/>
          </a:xfrm>
          <a:prstGeom prst="rect">
            <a:avLst/>
          </a:prstGeom>
        </p:spPr>
      </p:pic>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 presetClass="entr" presetSubtype="4" fill="hold" nodeType="clickEffect">
                                  <p:stCondLst>
                                    <p:cond delay="0"/>
                                  </p:stCondLst>
                                  <p:childTnLst>
                                    <p:set>
                                      <p:cBhvr>
                                        <p:cTn id="10" dur="1" fill="hold">
                                          <p:stCondLst>
                                            <p:cond delay="0"/>
                                          </p:stCondLst>
                                        </p:cTn>
                                        <p:tgtEl>
                                          <p:spTgt spid="8"/>
                                        </p:tgtEl>
                                        <p:attrNameLst>
                                          <p:attrName>style.visibility</p:attrName>
                                        </p:attrNameLst>
                                      </p:cBhvr>
                                      <p:to>
                                        <p:strVal val="visible"/>
                                      </p:to>
                                    </p:set>
                                    <p:anim calcmode="lin" valueType="num">
                                      <p:cBhvr additive="base">
                                        <p:cTn id="11" dur="500" fill="hold"/>
                                        <p:tgtEl>
                                          <p:spTgt spid="8"/>
                                        </p:tgtEl>
                                        <p:attrNameLst>
                                          <p:attrName>ppt_x</p:attrName>
                                        </p:attrNameLst>
                                      </p:cBhvr>
                                      <p:tavLst>
                                        <p:tav tm="0">
                                          <p:val>
                                            <p:strVal val="#ppt_x"/>
                                          </p:val>
                                        </p:tav>
                                        <p:tav tm="100000">
                                          <p:val>
                                            <p:strVal val="#ppt_x"/>
                                          </p:val>
                                        </p:tav>
                                      </p:tavLst>
                                    </p:anim>
                                    <p:anim calcmode="lin" valueType="num">
                                      <p:cBhvr additive="base">
                                        <p:cTn id="12" dur="500" fill="hold"/>
                                        <p:tgtEl>
                                          <p:spTgt spid="8"/>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nodeType="clickEffect">
                                  <p:stCondLst>
                                    <p:cond delay="0"/>
                                  </p:stCondLst>
                                  <p:childTnLst>
                                    <p:set>
                                      <p:cBhvr>
                                        <p:cTn id="16" dur="1" fill="hold">
                                          <p:stCondLst>
                                            <p:cond delay="0"/>
                                          </p:stCondLst>
                                        </p:cTn>
                                        <p:tgtEl>
                                          <p:spTgt spid="14"/>
                                        </p:tgtEl>
                                        <p:attrNameLst>
                                          <p:attrName>style.visibility</p:attrName>
                                        </p:attrNameLst>
                                      </p:cBhvr>
                                      <p:to>
                                        <p:strVal val="visible"/>
                                      </p:to>
                                    </p:set>
                                    <p:anim calcmode="lin" valueType="num">
                                      <p:cBhvr additive="base">
                                        <p:cTn id="17" dur="500" fill="hold"/>
                                        <p:tgtEl>
                                          <p:spTgt spid="14"/>
                                        </p:tgtEl>
                                        <p:attrNameLst>
                                          <p:attrName>ppt_x</p:attrName>
                                        </p:attrNameLst>
                                      </p:cBhvr>
                                      <p:tavLst>
                                        <p:tav tm="0">
                                          <p:val>
                                            <p:strVal val="#ppt_x"/>
                                          </p:val>
                                        </p:tav>
                                        <p:tav tm="100000">
                                          <p:val>
                                            <p:strVal val="#ppt_x"/>
                                          </p:val>
                                        </p:tav>
                                      </p:tavLst>
                                    </p:anim>
                                    <p:anim calcmode="lin" valueType="num">
                                      <p:cBhvr additive="base">
                                        <p:cTn id="18" dur="500" fill="hold"/>
                                        <p:tgtEl>
                                          <p:spTgt spid="1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直接连接符 29"/>
          <p:cNvSpPr/>
          <p:nvPr/>
        </p:nvSpPr>
        <p:spPr>
          <a:xfrm flipV="1">
            <a:off x="72708" y="948055"/>
            <a:ext cx="12045600" cy="9525"/>
          </a:xfrm>
          <a:prstGeom prst="line">
            <a:avLst/>
          </a:prstGeom>
          <a:ln w="136525" cap="sq" cmpd="sng">
            <a:solidFill>
              <a:srgbClr val="66CCFF"/>
            </a:solidFill>
            <a:prstDash val="solid"/>
            <a:miter/>
            <a:headEnd type="none" w="med" len="med"/>
            <a:tailEnd type="none" w="med" len="med"/>
          </a:ln>
        </p:spPr>
        <p:txBody>
          <a:bodyPr/>
          <a:lstStyle/>
          <a:p>
            <a:endParaRPr lang="zh-CN" altLang="en-US"/>
          </a:p>
        </p:txBody>
      </p:sp>
      <p:sp>
        <p:nvSpPr>
          <p:cNvPr id="4" name="右箭头 3"/>
          <p:cNvSpPr/>
          <p:nvPr/>
        </p:nvSpPr>
        <p:spPr>
          <a:xfrm>
            <a:off x="5231940" y="392430"/>
            <a:ext cx="504190" cy="167005"/>
          </a:xfrm>
          <a:prstGeom prst="rightArrow">
            <a:avLst/>
          </a:prstGeom>
          <a:solidFill>
            <a:schemeClr val="accent2">
              <a:lumMod val="40000"/>
              <a:lumOff val="60000"/>
            </a:schemeClr>
          </a:solidFill>
          <a:ln>
            <a:solidFill>
              <a:srgbClr val="7030A0"/>
            </a:solidFill>
          </a:ln>
        </p:spPr>
        <p:style>
          <a:lnRef idx="2">
            <a:schemeClr val="accent2">
              <a:shade val="50000"/>
            </a:schemeClr>
          </a:lnRef>
          <a:fillRef idx="1">
            <a:schemeClr val="accent2"/>
          </a:fillRef>
          <a:effectRef idx="0">
            <a:schemeClr val="accent2"/>
          </a:effectRef>
          <a:fontRef idx="minor">
            <a:schemeClr val="lt1"/>
          </a:fontRef>
        </p:style>
        <p:txBody>
          <a:bodyPr rtlCol="0" anchor="ctr">
            <a:scene3d>
              <a:camera prst="orthographicFront"/>
              <a:lightRig rig="threePt" dir="t"/>
            </a:scene3d>
          </a:bodyPr>
          <a:lstStyle/>
          <a:p>
            <a:pPr algn="ctr"/>
            <a:endParaRPr lang="zh-CN" altLang="en-US">
              <a:ln>
                <a:solidFill>
                  <a:sysClr val="windowText" lastClr="000000"/>
                </a:solidFill>
              </a:ln>
              <a:solidFill>
                <a:schemeClr val="accent6">
                  <a:lumMod val="60000"/>
                  <a:lumOff val="40000"/>
                </a:schemeClr>
              </a:solidFill>
              <a:effectLst/>
            </a:endParaRPr>
          </a:p>
        </p:txBody>
      </p:sp>
      <p:sp>
        <p:nvSpPr>
          <p:cNvPr id="13" name="TextBox 27"/>
          <p:cNvSpPr/>
          <p:nvPr/>
        </p:nvSpPr>
        <p:spPr>
          <a:xfrm>
            <a:off x="5951990" y="201295"/>
            <a:ext cx="6094730" cy="521970"/>
          </a:xfrm>
          <a:prstGeom prst="rect">
            <a:avLst/>
          </a:prstGeom>
          <a:noFill/>
          <a:ln w="9525">
            <a:noFill/>
          </a:ln>
        </p:spPr>
        <p:txBody>
          <a:bodyPr wrap="square">
            <a:spAutoFit/>
            <a:scene3d>
              <a:camera prst="orthographicFront"/>
              <a:lightRig rig="soft" dir="t">
                <a:rot lat="0" lon="0" rev="15600000"/>
              </a:lightRig>
            </a:scene3d>
            <a:sp3d extrusionH="57150" prstMaterial="softEdge">
              <a:bevelT w="25400" h="38100"/>
            </a:sp3d>
          </a:bodyPr>
          <a:lstStyle/>
          <a:p>
            <a:pPr lvl="0">
              <a:lnSpc>
                <a:spcPct val="100000"/>
              </a:lnSpc>
            </a:pPr>
            <a:r>
              <a:rPr lang="en-US" sz="2800" b="1" dirty="0">
                <a:solidFill>
                  <a:schemeClr val="accent4"/>
                </a:solidFill>
                <a:effectLst/>
                <a:latin typeface="微软雅黑" panose="020B0503020204020204" pitchFamily="2" charset="-122"/>
                <a:ea typeface="微软雅黑" panose="020B0503020204020204" pitchFamily="2" charset="-122"/>
                <a:sym typeface="微软雅黑" panose="020B0503020204020204" pitchFamily="2" charset="-122"/>
              </a:rPr>
              <a:t>5</a:t>
            </a:r>
            <a:r>
              <a:rPr lang="zh-CN" altLang="en-US" sz="2800" b="1" dirty="0">
                <a:solidFill>
                  <a:schemeClr val="accent4"/>
                </a:solidFill>
                <a:effectLst/>
                <a:latin typeface="微软雅黑" panose="020B0503020204020204" pitchFamily="2" charset="-122"/>
                <a:ea typeface="微软雅黑" panose="020B0503020204020204" pitchFamily="2" charset="-122"/>
                <a:sym typeface="微软雅黑" panose="020B0503020204020204" pitchFamily="2" charset="-122"/>
              </a:rPr>
              <a:t>.</a:t>
            </a:r>
            <a:r>
              <a:rPr lang="en-US" altLang="zh-CN" sz="2800" b="1">
                <a:solidFill>
                  <a:schemeClr val="accent4"/>
                </a:solidFill>
                <a:effectLst/>
                <a:latin typeface="微软雅黑" panose="020B0503020204020204" pitchFamily="2" charset="-122"/>
                <a:ea typeface="微软雅黑" panose="020B0503020204020204" pitchFamily="2" charset="-122"/>
                <a:sym typeface="微软雅黑" panose="020B0503020204020204" pitchFamily="2" charset="-122"/>
              </a:rPr>
              <a:t>3</a:t>
            </a:r>
            <a:r>
              <a:rPr lang="zh-CN" altLang="en-US" sz="2800" b="1">
                <a:solidFill>
                  <a:schemeClr val="accent4"/>
                </a:solidFill>
                <a:effectLst/>
                <a:latin typeface="微软雅黑" panose="020B0503020204020204" pitchFamily="2" charset="-122"/>
                <a:ea typeface="微软雅黑" panose="020B0503020204020204" pitchFamily="2" charset="-122"/>
                <a:sym typeface="微软雅黑" panose="020B0503020204020204" pitchFamily="2" charset="-122"/>
              </a:rPr>
              <a:t> </a:t>
            </a:r>
            <a:r>
              <a:rPr lang="zh-CN" altLang="en-US" sz="2800" b="1">
                <a:solidFill>
                  <a:schemeClr val="accent4"/>
                </a:solidFill>
                <a:latin typeface="微软雅黑" panose="020B0503020204020204" pitchFamily="2" charset="-122"/>
                <a:ea typeface="微软雅黑" panose="020B0503020204020204" pitchFamily="2" charset="-122"/>
                <a:sym typeface="微软雅黑" panose="020B0503020204020204" pitchFamily="2" charset="-122"/>
              </a:rPr>
              <a:t>数据无量纲化及权重确定</a:t>
            </a:r>
          </a:p>
        </p:txBody>
      </p:sp>
      <p:sp>
        <p:nvSpPr>
          <p:cNvPr id="10" name="TextBox 28"/>
          <p:cNvSpPr/>
          <p:nvPr/>
        </p:nvSpPr>
        <p:spPr>
          <a:xfrm>
            <a:off x="191770" y="168910"/>
            <a:ext cx="5167630" cy="583565"/>
          </a:xfrm>
          <a:prstGeom prst="rect">
            <a:avLst/>
          </a:prstGeom>
          <a:noFill/>
          <a:ln w="9525">
            <a:noFill/>
          </a:ln>
        </p:spPr>
        <p:txBody>
          <a:bodyPr wrap="square">
            <a:spAutoFit/>
            <a:scene3d>
              <a:camera prst="orthographicFront"/>
              <a:lightRig rig="threePt" dir="t"/>
            </a:scene3d>
          </a:bodyPr>
          <a:lstStyle/>
          <a:p>
            <a:pPr lvl="0"/>
            <a:r>
              <a:rPr lang="en-US" altLang="zh-CN" sz="3200" b="1">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5</a:t>
            </a:r>
            <a:r>
              <a:rPr lang="zh-CN" altLang="en-US" sz="3200" b="1">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  </a:t>
            </a:r>
            <a:r>
              <a:rPr sz="3200" b="1">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综合分析及Python评价</a:t>
            </a:r>
            <a:endParaRPr lang="zh-CN" altLang="en-US" sz="3200" b="1">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endParaRPr>
          </a:p>
        </p:txBody>
      </p:sp>
      <p:sp>
        <p:nvSpPr>
          <p:cNvPr id="5" name="文本框 4"/>
          <p:cNvSpPr txBox="1"/>
          <p:nvPr/>
        </p:nvSpPr>
        <p:spPr>
          <a:xfrm>
            <a:off x="407670" y="1196975"/>
            <a:ext cx="6096000" cy="460375"/>
          </a:xfrm>
          <a:prstGeom prst="rect">
            <a:avLst/>
          </a:prstGeom>
          <a:noFill/>
        </p:spPr>
        <p:txBody>
          <a:bodyPr wrap="square" rtlCol="0" anchor="t">
            <a:spAutoFit/>
          </a:bodyPr>
          <a:lstStyle/>
          <a:p>
            <a:r>
              <a:rPr lang="zh-CN" altLang="en-US" sz="2400" b="1">
                <a:solidFill>
                  <a:srgbClr val="C00000"/>
                </a:solidFill>
              </a:rPr>
              <a:t>【例 5.3】居民消费指标体系权重确定</a:t>
            </a:r>
          </a:p>
        </p:txBody>
      </p:sp>
      <p:pic>
        <p:nvPicPr>
          <p:cNvPr id="6" name="图片 5"/>
          <p:cNvPicPr>
            <a:picLocks noChangeAspect="1"/>
          </p:cNvPicPr>
          <p:nvPr/>
        </p:nvPicPr>
        <p:blipFill>
          <a:blip r:embed="rId3"/>
          <a:stretch>
            <a:fillRect/>
          </a:stretch>
        </p:blipFill>
        <p:spPr>
          <a:xfrm>
            <a:off x="695960" y="1896745"/>
            <a:ext cx="2329180" cy="357505"/>
          </a:xfrm>
          <a:prstGeom prst="rect">
            <a:avLst/>
          </a:prstGeom>
        </p:spPr>
      </p:pic>
      <p:pic>
        <p:nvPicPr>
          <p:cNvPr id="7" name="图片 6"/>
          <p:cNvPicPr>
            <a:picLocks noChangeAspect="1"/>
          </p:cNvPicPr>
          <p:nvPr/>
        </p:nvPicPr>
        <p:blipFill>
          <a:blip r:embed="rId4"/>
          <a:stretch>
            <a:fillRect/>
          </a:stretch>
        </p:blipFill>
        <p:spPr>
          <a:xfrm>
            <a:off x="1127760" y="2493010"/>
            <a:ext cx="10144125" cy="2543175"/>
          </a:xfrm>
          <a:prstGeom prst="rect">
            <a:avLst/>
          </a:prstGeom>
        </p:spPr>
      </p:pic>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 presetClass="entr" presetSubtype="4" fill="hold" nodeType="clickEffect">
                                  <p:stCondLst>
                                    <p:cond delay="0"/>
                                  </p:stCondLst>
                                  <p:childTnLst>
                                    <p:set>
                                      <p:cBhvr>
                                        <p:cTn id="10" dur="1" fill="hold">
                                          <p:stCondLst>
                                            <p:cond delay="0"/>
                                          </p:stCondLst>
                                        </p:cTn>
                                        <p:tgtEl>
                                          <p:spTgt spid="7"/>
                                        </p:tgtEl>
                                        <p:attrNameLst>
                                          <p:attrName>style.visibility</p:attrName>
                                        </p:attrNameLst>
                                      </p:cBhvr>
                                      <p:to>
                                        <p:strVal val="visible"/>
                                      </p:to>
                                    </p:set>
                                    <p:anim calcmode="lin" valueType="num">
                                      <p:cBhvr additive="base">
                                        <p:cTn id="11" dur="500" fill="hold"/>
                                        <p:tgtEl>
                                          <p:spTgt spid="7"/>
                                        </p:tgtEl>
                                        <p:attrNameLst>
                                          <p:attrName>ppt_x</p:attrName>
                                        </p:attrNameLst>
                                      </p:cBhvr>
                                      <p:tavLst>
                                        <p:tav tm="0">
                                          <p:val>
                                            <p:strVal val="#ppt_x"/>
                                          </p:val>
                                        </p:tav>
                                        <p:tav tm="100000">
                                          <p:val>
                                            <p:strVal val="#ppt_x"/>
                                          </p:val>
                                        </p:tav>
                                      </p:tavLst>
                                    </p:anim>
                                    <p:anim calcmode="lin" valueType="num">
                                      <p:cBhvr additive="base">
                                        <p:cTn id="12" dur="500" fill="hold"/>
                                        <p:tgtEl>
                                          <p:spTgt spid="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直接连接符 29"/>
          <p:cNvSpPr/>
          <p:nvPr/>
        </p:nvSpPr>
        <p:spPr>
          <a:xfrm flipV="1">
            <a:off x="72708" y="948055"/>
            <a:ext cx="12045600" cy="9525"/>
          </a:xfrm>
          <a:prstGeom prst="line">
            <a:avLst/>
          </a:prstGeom>
          <a:ln w="136525" cap="sq" cmpd="sng">
            <a:solidFill>
              <a:srgbClr val="66CCFF"/>
            </a:solidFill>
            <a:prstDash val="solid"/>
            <a:miter/>
            <a:headEnd type="none" w="med" len="med"/>
            <a:tailEnd type="none" w="med" len="med"/>
          </a:ln>
        </p:spPr>
        <p:txBody>
          <a:bodyPr/>
          <a:lstStyle/>
          <a:p>
            <a:endParaRPr lang="zh-CN" altLang="en-US"/>
          </a:p>
        </p:txBody>
      </p:sp>
      <p:sp>
        <p:nvSpPr>
          <p:cNvPr id="4" name="右箭头 3"/>
          <p:cNvSpPr/>
          <p:nvPr/>
        </p:nvSpPr>
        <p:spPr>
          <a:xfrm>
            <a:off x="5231940" y="392430"/>
            <a:ext cx="504190" cy="167005"/>
          </a:xfrm>
          <a:prstGeom prst="rightArrow">
            <a:avLst/>
          </a:prstGeom>
          <a:solidFill>
            <a:schemeClr val="accent2">
              <a:lumMod val="40000"/>
              <a:lumOff val="60000"/>
            </a:schemeClr>
          </a:solidFill>
          <a:ln>
            <a:solidFill>
              <a:srgbClr val="7030A0"/>
            </a:solidFill>
          </a:ln>
        </p:spPr>
        <p:style>
          <a:lnRef idx="2">
            <a:schemeClr val="accent2">
              <a:shade val="50000"/>
            </a:schemeClr>
          </a:lnRef>
          <a:fillRef idx="1">
            <a:schemeClr val="accent2"/>
          </a:fillRef>
          <a:effectRef idx="0">
            <a:schemeClr val="accent2"/>
          </a:effectRef>
          <a:fontRef idx="minor">
            <a:schemeClr val="lt1"/>
          </a:fontRef>
        </p:style>
        <p:txBody>
          <a:bodyPr rtlCol="0" anchor="ctr">
            <a:scene3d>
              <a:camera prst="orthographicFront"/>
              <a:lightRig rig="threePt" dir="t"/>
            </a:scene3d>
          </a:bodyPr>
          <a:lstStyle/>
          <a:p>
            <a:pPr algn="ctr"/>
            <a:endParaRPr lang="zh-CN" altLang="en-US">
              <a:ln>
                <a:solidFill>
                  <a:sysClr val="windowText" lastClr="000000"/>
                </a:solidFill>
              </a:ln>
              <a:solidFill>
                <a:schemeClr val="accent6">
                  <a:lumMod val="60000"/>
                  <a:lumOff val="40000"/>
                </a:schemeClr>
              </a:solidFill>
              <a:effectLst/>
            </a:endParaRPr>
          </a:p>
        </p:txBody>
      </p:sp>
      <p:sp>
        <p:nvSpPr>
          <p:cNvPr id="13" name="TextBox 27"/>
          <p:cNvSpPr/>
          <p:nvPr/>
        </p:nvSpPr>
        <p:spPr>
          <a:xfrm>
            <a:off x="5951990" y="201295"/>
            <a:ext cx="6094730" cy="521970"/>
          </a:xfrm>
          <a:prstGeom prst="rect">
            <a:avLst/>
          </a:prstGeom>
          <a:noFill/>
          <a:ln w="9525">
            <a:noFill/>
          </a:ln>
        </p:spPr>
        <p:txBody>
          <a:bodyPr wrap="square">
            <a:spAutoFit/>
            <a:scene3d>
              <a:camera prst="orthographicFront"/>
              <a:lightRig rig="soft" dir="t">
                <a:rot lat="0" lon="0" rev="15600000"/>
              </a:lightRig>
            </a:scene3d>
            <a:sp3d extrusionH="57150" prstMaterial="softEdge">
              <a:bevelT w="25400" h="38100"/>
            </a:sp3d>
          </a:bodyPr>
          <a:lstStyle/>
          <a:p>
            <a:pPr lvl="0">
              <a:lnSpc>
                <a:spcPct val="100000"/>
              </a:lnSpc>
            </a:pPr>
            <a:r>
              <a:rPr lang="en-US" sz="2800" b="1" dirty="0">
                <a:solidFill>
                  <a:schemeClr val="accent4"/>
                </a:solidFill>
                <a:effectLst/>
                <a:latin typeface="微软雅黑" panose="020B0503020204020204" pitchFamily="2" charset="-122"/>
                <a:ea typeface="微软雅黑" panose="020B0503020204020204" pitchFamily="2" charset="-122"/>
                <a:sym typeface="微软雅黑" panose="020B0503020204020204" pitchFamily="2" charset="-122"/>
              </a:rPr>
              <a:t>5</a:t>
            </a:r>
            <a:r>
              <a:rPr lang="zh-CN" altLang="en-US" sz="2800" b="1" dirty="0">
                <a:solidFill>
                  <a:schemeClr val="accent4"/>
                </a:solidFill>
                <a:effectLst/>
                <a:latin typeface="微软雅黑" panose="020B0503020204020204" pitchFamily="2" charset="-122"/>
                <a:ea typeface="微软雅黑" panose="020B0503020204020204" pitchFamily="2" charset="-122"/>
                <a:sym typeface="微软雅黑" panose="020B0503020204020204" pitchFamily="2" charset="-122"/>
              </a:rPr>
              <a:t>.</a:t>
            </a:r>
            <a:r>
              <a:rPr lang="en-US" altLang="zh-CN" sz="2800" b="1">
                <a:solidFill>
                  <a:schemeClr val="accent4"/>
                </a:solidFill>
                <a:effectLst/>
                <a:latin typeface="微软雅黑" panose="020B0503020204020204" pitchFamily="2" charset="-122"/>
                <a:ea typeface="微软雅黑" panose="020B0503020204020204" pitchFamily="2" charset="-122"/>
                <a:sym typeface="微软雅黑" panose="020B0503020204020204" pitchFamily="2" charset="-122"/>
              </a:rPr>
              <a:t>3</a:t>
            </a:r>
            <a:r>
              <a:rPr lang="zh-CN" altLang="en-US" sz="2800" b="1">
                <a:solidFill>
                  <a:schemeClr val="accent4"/>
                </a:solidFill>
                <a:effectLst/>
                <a:latin typeface="微软雅黑" panose="020B0503020204020204" pitchFamily="2" charset="-122"/>
                <a:ea typeface="微软雅黑" panose="020B0503020204020204" pitchFamily="2" charset="-122"/>
                <a:sym typeface="微软雅黑" panose="020B0503020204020204" pitchFamily="2" charset="-122"/>
              </a:rPr>
              <a:t> </a:t>
            </a:r>
            <a:r>
              <a:rPr lang="zh-CN" altLang="en-US" sz="2800" b="1">
                <a:solidFill>
                  <a:schemeClr val="accent4"/>
                </a:solidFill>
                <a:latin typeface="微软雅黑" panose="020B0503020204020204" pitchFamily="2" charset="-122"/>
                <a:ea typeface="微软雅黑" panose="020B0503020204020204" pitchFamily="2" charset="-122"/>
                <a:sym typeface="微软雅黑" panose="020B0503020204020204" pitchFamily="2" charset="-122"/>
              </a:rPr>
              <a:t>数据无量纲化及权重确定</a:t>
            </a:r>
          </a:p>
        </p:txBody>
      </p:sp>
      <p:sp>
        <p:nvSpPr>
          <p:cNvPr id="10" name="TextBox 28"/>
          <p:cNvSpPr/>
          <p:nvPr/>
        </p:nvSpPr>
        <p:spPr>
          <a:xfrm>
            <a:off x="191770" y="168910"/>
            <a:ext cx="5167630" cy="583565"/>
          </a:xfrm>
          <a:prstGeom prst="rect">
            <a:avLst/>
          </a:prstGeom>
          <a:noFill/>
          <a:ln w="9525">
            <a:noFill/>
          </a:ln>
        </p:spPr>
        <p:txBody>
          <a:bodyPr wrap="square">
            <a:spAutoFit/>
            <a:scene3d>
              <a:camera prst="orthographicFront"/>
              <a:lightRig rig="threePt" dir="t"/>
            </a:scene3d>
          </a:bodyPr>
          <a:lstStyle/>
          <a:p>
            <a:pPr lvl="0"/>
            <a:r>
              <a:rPr lang="en-US" altLang="zh-CN" sz="3200" b="1">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5</a:t>
            </a:r>
            <a:r>
              <a:rPr lang="zh-CN" altLang="en-US" sz="3200" b="1">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  </a:t>
            </a:r>
            <a:r>
              <a:rPr sz="3200" b="1">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综合分析及Python评价</a:t>
            </a:r>
            <a:endParaRPr lang="zh-CN" altLang="en-US" sz="3200" b="1">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endParaRPr>
          </a:p>
        </p:txBody>
      </p:sp>
      <p:pic>
        <p:nvPicPr>
          <p:cNvPr id="6" name="图片 5"/>
          <p:cNvPicPr>
            <a:picLocks noChangeAspect="1"/>
          </p:cNvPicPr>
          <p:nvPr>
            <p:custDataLst>
              <p:tags r:id="rId1"/>
            </p:custDataLst>
          </p:nvPr>
        </p:nvPicPr>
        <p:blipFill>
          <a:blip r:embed="rId4"/>
          <a:stretch>
            <a:fillRect/>
          </a:stretch>
        </p:blipFill>
        <p:spPr>
          <a:xfrm>
            <a:off x="480060" y="1125220"/>
            <a:ext cx="2329180" cy="357505"/>
          </a:xfrm>
          <a:prstGeom prst="rect">
            <a:avLst/>
          </a:prstGeom>
        </p:spPr>
      </p:pic>
      <p:pic>
        <p:nvPicPr>
          <p:cNvPr id="8" name="图片 7"/>
          <p:cNvPicPr>
            <a:picLocks noChangeAspect="1"/>
          </p:cNvPicPr>
          <p:nvPr/>
        </p:nvPicPr>
        <p:blipFill>
          <a:blip r:embed="rId5"/>
          <a:stretch>
            <a:fillRect/>
          </a:stretch>
        </p:blipFill>
        <p:spPr>
          <a:xfrm>
            <a:off x="1271905" y="1496060"/>
            <a:ext cx="9429750" cy="852805"/>
          </a:xfrm>
          <a:prstGeom prst="rect">
            <a:avLst/>
          </a:prstGeom>
        </p:spPr>
      </p:pic>
      <p:pic>
        <p:nvPicPr>
          <p:cNvPr id="11" name="图片 10"/>
          <p:cNvPicPr>
            <a:picLocks noChangeAspect="1"/>
          </p:cNvPicPr>
          <p:nvPr/>
        </p:nvPicPr>
        <p:blipFill>
          <a:blip r:embed="rId6"/>
          <a:stretch>
            <a:fillRect/>
          </a:stretch>
        </p:blipFill>
        <p:spPr>
          <a:xfrm>
            <a:off x="1271905" y="2348865"/>
            <a:ext cx="7044055" cy="4215130"/>
          </a:xfrm>
          <a:prstGeom prst="rect">
            <a:avLst/>
          </a:prstGeom>
        </p:spPr>
      </p:pic>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additive="base">
                                        <p:cTn id="7" dur="500" fill="hold"/>
                                        <p:tgtEl>
                                          <p:spTgt spid="8"/>
                                        </p:tgtEl>
                                        <p:attrNameLst>
                                          <p:attrName>ppt_x</p:attrName>
                                        </p:attrNameLst>
                                      </p:cBhvr>
                                      <p:tavLst>
                                        <p:tav tm="0">
                                          <p:val>
                                            <p:strVal val="#ppt_x"/>
                                          </p:val>
                                        </p:tav>
                                        <p:tav tm="100000">
                                          <p:val>
                                            <p:strVal val="#ppt_x"/>
                                          </p:val>
                                        </p:tav>
                                      </p:tavLst>
                                    </p:anim>
                                    <p:anim calcmode="lin" valueType="num">
                                      <p:cBhvr additive="base">
                                        <p:cTn id="8" dur="500" fill="hold"/>
                                        <p:tgtEl>
                                          <p:spTgt spid="8"/>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11"/>
                                        </p:tgtEl>
                                        <p:attrNameLst>
                                          <p:attrName>style.visibility</p:attrName>
                                        </p:attrNameLst>
                                      </p:cBhvr>
                                      <p:to>
                                        <p:strVal val="visible"/>
                                      </p:to>
                                    </p:set>
                                    <p:anim calcmode="lin" valueType="num">
                                      <p:cBhvr additive="base">
                                        <p:cTn id="13" dur="500" fill="hold"/>
                                        <p:tgtEl>
                                          <p:spTgt spid="11"/>
                                        </p:tgtEl>
                                        <p:attrNameLst>
                                          <p:attrName>ppt_x</p:attrName>
                                        </p:attrNameLst>
                                      </p:cBhvr>
                                      <p:tavLst>
                                        <p:tav tm="0">
                                          <p:val>
                                            <p:strVal val="#ppt_x"/>
                                          </p:val>
                                        </p:tav>
                                        <p:tav tm="100000">
                                          <p:val>
                                            <p:strVal val="#ppt_x"/>
                                          </p:val>
                                        </p:tav>
                                      </p:tavLst>
                                    </p:anim>
                                    <p:anim calcmode="lin" valueType="num">
                                      <p:cBhvr additive="base">
                                        <p:cTn id="14" dur="500" fill="hold"/>
                                        <p:tgtEl>
                                          <p:spTgt spid="1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直接连接符 29"/>
          <p:cNvSpPr/>
          <p:nvPr/>
        </p:nvSpPr>
        <p:spPr>
          <a:xfrm flipV="1">
            <a:off x="72708" y="948055"/>
            <a:ext cx="12045600" cy="9525"/>
          </a:xfrm>
          <a:prstGeom prst="line">
            <a:avLst/>
          </a:prstGeom>
          <a:ln w="136525" cap="sq" cmpd="sng">
            <a:solidFill>
              <a:srgbClr val="66CCFF"/>
            </a:solidFill>
            <a:prstDash val="solid"/>
            <a:miter/>
            <a:headEnd type="none" w="med" len="med"/>
            <a:tailEnd type="none" w="med" len="med"/>
          </a:ln>
        </p:spPr>
        <p:txBody>
          <a:bodyPr/>
          <a:lstStyle/>
          <a:p>
            <a:endParaRPr lang="zh-CN" altLang="en-US"/>
          </a:p>
        </p:txBody>
      </p:sp>
      <p:sp>
        <p:nvSpPr>
          <p:cNvPr id="4" name="右箭头 3"/>
          <p:cNvSpPr/>
          <p:nvPr/>
        </p:nvSpPr>
        <p:spPr>
          <a:xfrm>
            <a:off x="5231940" y="392430"/>
            <a:ext cx="504190" cy="167005"/>
          </a:xfrm>
          <a:prstGeom prst="rightArrow">
            <a:avLst/>
          </a:prstGeom>
          <a:solidFill>
            <a:schemeClr val="accent2">
              <a:lumMod val="40000"/>
              <a:lumOff val="60000"/>
            </a:schemeClr>
          </a:solidFill>
          <a:ln>
            <a:solidFill>
              <a:srgbClr val="7030A0"/>
            </a:solidFill>
          </a:ln>
        </p:spPr>
        <p:style>
          <a:lnRef idx="2">
            <a:schemeClr val="accent2">
              <a:shade val="50000"/>
            </a:schemeClr>
          </a:lnRef>
          <a:fillRef idx="1">
            <a:schemeClr val="accent2"/>
          </a:fillRef>
          <a:effectRef idx="0">
            <a:schemeClr val="accent2"/>
          </a:effectRef>
          <a:fontRef idx="minor">
            <a:schemeClr val="lt1"/>
          </a:fontRef>
        </p:style>
        <p:txBody>
          <a:bodyPr rtlCol="0" anchor="ctr">
            <a:scene3d>
              <a:camera prst="orthographicFront"/>
              <a:lightRig rig="threePt" dir="t"/>
            </a:scene3d>
          </a:bodyPr>
          <a:lstStyle/>
          <a:p>
            <a:pPr algn="ctr"/>
            <a:endParaRPr lang="zh-CN" altLang="en-US">
              <a:ln>
                <a:solidFill>
                  <a:sysClr val="windowText" lastClr="000000"/>
                </a:solidFill>
              </a:ln>
              <a:solidFill>
                <a:schemeClr val="accent6">
                  <a:lumMod val="60000"/>
                  <a:lumOff val="40000"/>
                </a:schemeClr>
              </a:solidFill>
              <a:effectLst/>
            </a:endParaRPr>
          </a:p>
        </p:txBody>
      </p:sp>
      <p:sp>
        <p:nvSpPr>
          <p:cNvPr id="13" name="TextBox 27"/>
          <p:cNvSpPr/>
          <p:nvPr/>
        </p:nvSpPr>
        <p:spPr>
          <a:xfrm>
            <a:off x="5951990" y="201295"/>
            <a:ext cx="6094730" cy="521970"/>
          </a:xfrm>
          <a:prstGeom prst="rect">
            <a:avLst/>
          </a:prstGeom>
          <a:noFill/>
          <a:ln w="9525">
            <a:noFill/>
          </a:ln>
        </p:spPr>
        <p:txBody>
          <a:bodyPr wrap="square">
            <a:spAutoFit/>
            <a:scene3d>
              <a:camera prst="orthographicFront"/>
              <a:lightRig rig="soft" dir="t">
                <a:rot lat="0" lon="0" rev="15600000"/>
              </a:lightRig>
            </a:scene3d>
            <a:sp3d extrusionH="57150" prstMaterial="softEdge">
              <a:bevelT w="25400" h="38100"/>
            </a:sp3d>
          </a:bodyPr>
          <a:lstStyle/>
          <a:p>
            <a:pPr lvl="0">
              <a:lnSpc>
                <a:spcPct val="100000"/>
              </a:lnSpc>
            </a:pPr>
            <a:r>
              <a:rPr lang="en-US" sz="2800" b="1" dirty="0">
                <a:solidFill>
                  <a:schemeClr val="accent4"/>
                </a:solidFill>
                <a:effectLst/>
                <a:latin typeface="微软雅黑" panose="020B0503020204020204" pitchFamily="2" charset="-122"/>
                <a:ea typeface="微软雅黑" panose="020B0503020204020204" pitchFamily="2" charset="-122"/>
                <a:sym typeface="微软雅黑" panose="020B0503020204020204" pitchFamily="2" charset="-122"/>
              </a:rPr>
              <a:t>5</a:t>
            </a:r>
            <a:r>
              <a:rPr lang="zh-CN" altLang="en-US" sz="2800" b="1" dirty="0">
                <a:solidFill>
                  <a:schemeClr val="accent4"/>
                </a:solidFill>
                <a:effectLst/>
                <a:latin typeface="微软雅黑" panose="020B0503020204020204" pitchFamily="2" charset="-122"/>
                <a:ea typeface="微软雅黑" panose="020B0503020204020204" pitchFamily="2" charset="-122"/>
                <a:sym typeface="微软雅黑" panose="020B0503020204020204" pitchFamily="2" charset="-122"/>
              </a:rPr>
              <a:t>.</a:t>
            </a:r>
            <a:r>
              <a:rPr lang="en-US" altLang="zh-CN" sz="2800" b="1">
                <a:solidFill>
                  <a:schemeClr val="accent4"/>
                </a:solidFill>
                <a:effectLst/>
                <a:latin typeface="微软雅黑" panose="020B0503020204020204" pitchFamily="2" charset="-122"/>
                <a:ea typeface="微软雅黑" panose="020B0503020204020204" pitchFamily="2" charset="-122"/>
                <a:sym typeface="微软雅黑" panose="020B0503020204020204" pitchFamily="2" charset="-122"/>
              </a:rPr>
              <a:t>3</a:t>
            </a:r>
            <a:r>
              <a:rPr lang="zh-CN" altLang="en-US" sz="2800" b="1">
                <a:solidFill>
                  <a:schemeClr val="accent4"/>
                </a:solidFill>
                <a:effectLst/>
                <a:latin typeface="微软雅黑" panose="020B0503020204020204" pitchFamily="2" charset="-122"/>
                <a:ea typeface="微软雅黑" panose="020B0503020204020204" pitchFamily="2" charset="-122"/>
                <a:sym typeface="微软雅黑" panose="020B0503020204020204" pitchFamily="2" charset="-122"/>
              </a:rPr>
              <a:t> </a:t>
            </a:r>
            <a:r>
              <a:rPr lang="zh-CN" altLang="en-US" sz="2800" b="1">
                <a:solidFill>
                  <a:schemeClr val="accent4"/>
                </a:solidFill>
                <a:latin typeface="微软雅黑" panose="020B0503020204020204" pitchFamily="2" charset="-122"/>
                <a:ea typeface="微软雅黑" panose="020B0503020204020204" pitchFamily="2" charset="-122"/>
                <a:sym typeface="微软雅黑" panose="020B0503020204020204" pitchFamily="2" charset="-122"/>
              </a:rPr>
              <a:t>数据无量纲化及权重确定</a:t>
            </a:r>
          </a:p>
        </p:txBody>
      </p:sp>
      <p:sp>
        <p:nvSpPr>
          <p:cNvPr id="10" name="TextBox 28"/>
          <p:cNvSpPr/>
          <p:nvPr/>
        </p:nvSpPr>
        <p:spPr>
          <a:xfrm>
            <a:off x="191770" y="168910"/>
            <a:ext cx="5167630" cy="583565"/>
          </a:xfrm>
          <a:prstGeom prst="rect">
            <a:avLst/>
          </a:prstGeom>
          <a:noFill/>
          <a:ln w="9525">
            <a:noFill/>
          </a:ln>
        </p:spPr>
        <p:txBody>
          <a:bodyPr wrap="square">
            <a:spAutoFit/>
            <a:scene3d>
              <a:camera prst="orthographicFront"/>
              <a:lightRig rig="threePt" dir="t"/>
            </a:scene3d>
          </a:bodyPr>
          <a:lstStyle/>
          <a:p>
            <a:pPr lvl="0"/>
            <a:r>
              <a:rPr lang="en-US" altLang="zh-CN" sz="3200" b="1">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5</a:t>
            </a:r>
            <a:r>
              <a:rPr lang="zh-CN" altLang="en-US" sz="3200" b="1">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  </a:t>
            </a:r>
            <a:r>
              <a:rPr sz="3200" b="1">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综合分析及Python评价</a:t>
            </a:r>
            <a:endParaRPr lang="zh-CN" altLang="en-US" sz="3200" b="1">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endParaRPr>
          </a:p>
        </p:txBody>
      </p:sp>
      <p:pic>
        <p:nvPicPr>
          <p:cNvPr id="5" name="图片 4"/>
          <p:cNvPicPr>
            <a:picLocks noChangeAspect="1"/>
          </p:cNvPicPr>
          <p:nvPr/>
        </p:nvPicPr>
        <p:blipFill>
          <a:blip r:embed="rId3"/>
          <a:stretch>
            <a:fillRect/>
          </a:stretch>
        </p:blipFill>
        <p:spPr>
          <a:xfrm>
            <a:off x="551815" y="1346200"/>
            <a:ext cx="10082530" cy="3053080"/>
          </a:xfrm>
          <a:prstGeom prst="rect">
            <a:avLst/>
          </a:prstGeom>
        </p:spPr>
      </p:pic>
    </p:spTree>
  </p:cSld>
  <p:clrMapOvr>
    <a:masterClrMapping/>
  </p:clrMapOvr>
  <p:transition>
    <p:fade/>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直接连接符 29"/>
          <p:cNvSpPr/>
          <p:nvPr/>
        </p:nvSpPr>
        <p:spPr>
          <a:xfrm flipV="1">
            <a:off x="72708" y="948055"/>
            <a:ext cx="12045600" cy="9525"/>
          </a:xfrm>
          <a:prstGeom prst="line">
            <a:avLst/>
          </a:prstGeom>
          <a:ln w="136525" cap="sq" cmpd="sng">
            <a:solidFill>
              <a:srgbClr val="66CCFF"/>
            </a:solidFill>
            <a:prstDash val="solid"/>
            <a:miter/>
            <a:headEnd type="none" w="med" len="med"/>
            <a:tailEnd type="none" w="med" len="med"/>
          </a:ln>
        </p:spPr>
        <p:txBody>
          <a:bodyPr/>
          <a:lstStyle/>
          <a:p>
            <a:endParaRPr lang="zh-CN" altLang="en-US"/>
          </a:p>
        </p:txBody>
      </p:sp>
      <p:sp>
        <p:nvSpPr>
          <p:cNvPr id="4" name="右箭头 3"/>
          <p:cNvSpPr/>
          <p:nvPr/>
        </p:nvSpPr>
        <p:spPr>
          <a:xfrm>
            <a:off x="5231940" y="392430"/>
            <a:ext cx="504190" cy="167005"/>
          </a:xfrm>
          <a:prstGeom prst="rightArrow">
            <a:avLst/>
          </a:prstGeom>
          <a:solidFill>
            <a:schemeClr val="accent2">
              <a:lumMod val="40000"/>
              <a:lumOff val="60000"/>
            </a:schemeClr>
          </a:solidFill>
          <a:ln>
            <a:solidFill>
              <a:srgbClr val="7030A0"/>
            </a:solidFill>
          </a:ln>
        </p:spPr>
        <p:style>
          <a:lnRef idx="2">
            <a:schemeClr val="accent2">
              <a:shade val="50000"/>
            </a:schemeClr>
          </a:lnRef>
          <a:fillRef idx="1">
            <a:schemeClr val="accent2"/>
          </a:fillRef>
          <a:effectRef idx="0">
            <a:schemeClr val="accent2"/>
          </a:effectRef>
          <a:fontRef idx="minor">
            <a:schemeClr val="lt1"/>
          </a:fontRef>
        </p:style>
        <p:txBody>
          <a:bodyPr rtlCol="0" anchor="ctr">
            <a:scene3d>
              <a:camera prst="orthographicFront"/>
              <a:lightRig rig="threePt" dir="t"/>
            </a:scene3d>
          </a:bodyPr>
          <a:lstStyle/>
          <a:p>
            <a:pPr algn="ctr"/>
            <a:endParaRPr lang="zh-CN" altLang="en-US">
              <a:ln>
                <a:solidFill>
                  <a:sysClr val="windowText" lastClr="000000"/>
                </a:solidFill>
              </a:ln>
              <a:solidFill>
                <a:schemeClr val="accent6">
                  <a:lumMod val="60000"/>
                  <a:lumOff val="40000"/>
                </a:schemeClr>
              </a:solidFill>
              <a:effectLst/>
            </a:endParaRPr>
          </a:p>
        </p:txBody>
      </p:sp>
      <p:sp>
        <p:nvSpPr>
          <p:cNvPr id="13" name="TextBox 27"/>
          <p:cNvSpPr/>
          <p:nvPr/>
        </p:nvSpPr>
        <p:spPr>
          <a:xfrm>
            <a:off x="5951990" y="201295"/>
            <a:ext cx="6094730" cy="521970"/>
          </a:xfrm>
          <a:prstGeom prst="rect">
            <a:avLst/>
          </a:prstGeom>
          <a:noFill/>
          <a:ln w="9525">
            <a:noFill/>
          </a:ln>
        </p:spPr>
        <p:txBody>
          <a:bodyPr wrap="square">
            <a:spAutoFit/>
            <a:scene3d>
              <a:camera prst="orthographicFront"/>
              <a:lightRig rig="soft" dir="t">
                <a:rot lat="0" lon="0" rev="15600000"/>
              </a:lightRig>
            </a:scene3d>
            <a:sp3d extrusionH="57150" prstMaterial="softEdge">
              <a:bevelT w="25400" h="38100"/>
            </a:sp3d>
          </a:bodyPr>
          <a:lstStyle/>
          <a:p>
            <a:pPr lvl="0">
              <a:lnSpc>
                <a:spcPct val="100000"/>
              </a:lnSpc>
            </a:pPr>
            <a:r>
              <a:rPr lang="en-US" sz="2800" b="1" dirty="0">
                <a:solidFill>
                  <a:schemeClr val="accent4"/>
                </a:solidFill>
                <a:effectLst/>
                <a:latin typeface="微软雅黑" panose="020B0503020204020204" pitchFamily="2" charset="-122"/>
                <a:ea typeface="微软雅黑" panose="020B0503020204020204" pitchFamily="2" charset="-122"/>
                <a:sym typeface="微软雅黑" panose="020B0503020204020204" pitchFamily="2" charset="-122"/>
              </a:rPr>
              <a:t>5</a:t>
            </a:r>
            <a:r>
              <a:rPr lang="zh-CN" altLang="en-US" sz="2800" b="1" dirty="0">
                <a:solidFill>
                  <a:schemeClr val="accent4"/>
                </a:solidFill>
                <a:effectLst/>
                <a:latin typeface="微软雅黑" panose="020B0503020204020204" pitchFamily="2" charset="-122"/>
                <a:ea typeface="微软雅黑" panose="020B0503020204020204" pitchFamily="2" charset="-122"/>
                <a:sym typeface="微软雅黑" panose="020B0503020204020204" pitchFamily="2" charset="-122"/>
              </a:rPr>
              <a:t>.</a:t>
            </a:r>
            <a:r>
              <a:rPr lang="en-US" altLang="zh-CN" sz="2800" b="1">
                <a:solidFill>
                  <a:schemeClr val="accent4"/>
                </a:solidFill>
                <a:effectLst/>
                <a:latin typeface="微软雅黑" panose="020B0503020204020204" pitchFamily="2" charset="-122"/>
                <a:ea typeface="微软雅黑" panose="020B0503020204020204" pitchFamily="2" charset="-122"/>
                <a:sym typeface="微软雅黑" panose="020B0503020204020204" pitchFamily="2" charset="-122"/>
              </a:rPr>
              <a:t>3</a:t>
            </a:r>
            <a:r>
              <a:rPr lang="zh-CN" altLang="en-US" sz="2800" b="1">
                <a:solidFill>
                  <a:schemeClr val="accent4"/>
                </a:solidFill>
                <a:effectLst/>
                <a:latin typeface="微软雅黑" panose="020B0503020204020204" pitchFamily="2" charset="-122"/>
                <a:ea typeface="微软雅黑" panose="020B0503020204020204" pitchFamily="2" charset="-122"/>
                <a:sym typeface="微软雅黑" panose="020B0503020204020204" pitchFamily="2" charset="-122"/>
              </a:rPr>
              <a:t> </a:t>
            </a:r>
            <a:r>
              <a:rPr lang="zh-CN" altLang="en-US" sz="2800" b="1">
                <a:solidFill>
                  <a:schemeClr val="accent4"/>
                </a:solidFill>
                <a:latin typeface="微软雅黑" panose="020B0503020204020204" pitchFamily="2" charset="-122"/>
                <a:ea typeface="微软雅黑" panose="020B0503020204020204" pitchFamily="2" charset="-122"/>
                <a:sym typeface="微软雅黑" panose="020B0503020204020204" pitchFamily="2" charset="-122"/>
              </a:rPr>
              <a:t>数据无量纲化及权重确定</a:t>
            </a:r>
          </a:p>
        </p:txBody>
      </p:sp>
      <p:sp>
        <p:nvSpPr>
          <p:cNvPr id="10" name="TextBox 28"/>
          <p:cNvSpPr/>
          <p:nvPr/>
        </p:nvSpPr>
        <p:spPr>
          <a:xfrm>
            <a:off x="191770" y="168910"/>
            <a:ext cx="5167630" cy="583565"/>
          </a:xfrm>
          <a:prstGeom prst="rect">
            <a:avLst/>
          </a:prstGeom>
          <a:noFill/>
          <a:ln w="9525">
            <a:noFill/>
          </a:ln>
        </p:spPr>
        <p:txBody>
          <a:bodyPr wrap="square">
            <a:spAutoFit/>
            <a:scene3d>
              <a:camera prst="orthographicFront"/>
              <a:lightRig rig="threePt" dir="t"/>
            </a:scene3d>
          </a:bodyPr>
          <a:lstStyle/>
          <a:p>
            <a:pPr lvl="0"/>
            <a:r>
              <a:rPr lang="en-US" altLang="zh-CN" sz="3200" b="1">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5</a:t>
            </a:r>
            <a:r>
              <a:rPr lang="zh-CN" altLang="en-US" sz="3200" b="1">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  </a:t>
            </a:r>
            <a:r>
              <a:rPr sz="3200" b="1">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综合分析及Python评价</a:t>
            </a:r>
            <a:endParaRPr lang="zh-CN" altLang="en-US" sz="3200" b="1">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endParaRPr>
          </a:p>
        </p:txBody>
      </p:sp>
      <p:pic>
        <p:nvPicPr>
          <p:cNvPr id="6" name="图片 5"/>
          <p:cNvPicPr>
            <a:picLocks noChangeAspect="1"/>
          </p:cNvPicPr>
          <p:nvPr/>
        </p:nvPicPr>
        <p:blipFill>
          <a:blip r:embed="rId5"/>
          <a:stretch>
            <a:fillRect/>
          </a:stretch>
        </p:blipFill>
        <p:spPr>
          <a:xfrm>
            <a:off x="1271905" y="1376045"/>
            <a:ext cx="9429750" cy="824230"/>
          </a:xfrm>
          <a:prstGeom prst="rect">
            <a:avLst/>
          </a:prstGeom>
        </p:spPr>
      </p:pic>
      <p:grpSp>
        <p:nvGrpSpPr>
          <p:cNvPr id="9" name="组合 8"/>
          <p:cNvGrpSpPr/>
          <p:nvPr/>
        </p:nvGrpSpPr>
        <p:grpSpPr>
          <a:xfrm>
            <a:off x="1271905" y="2200275"/>
            <a:ext cx="7405370" cy="4197985"/>
            <a:chOff x="2003" y="3465"/>
            <a:chExt cx="11662" cy="6611"/>
          </a:xfrm>
        </p:grpSpPr>
        <p:pic>
          <p:nvPicPr>
            <p:cNvPr id="7" name="图片 6"/>
            <p:cNvPicPr>
              <a:picLocks noChangeAspect="1"/>
            </p:cNvPicPr>
            <p:nvPr>
              <p:custDataLst>
                <p:tags r:id="rId1"/>
              </p:custDataLst>
            </p:nvPr>
          </p:nvPicPr>
          <p:blipFill>
            <a:blip r:embed="rId6"/>
            <a:stretch>
              <a:fillRect/>
            </a:stretch>
          </p:blipFill>
          <p:spPr>
            <a:xfrm>
              <a:off x="2003" y="3465"/>
              <a:ext cx="11663" cy="4268"/>
            </a:xfrm>
            <a:prstGeom prst="rect">
              <a:avLst/>
            </a:prstGeom>
          </p:spPr>
        </p:pic>
        <p:pic>
          <p:nvPicPr>
            <p:cNvPr id="8" name="图片 7"/>
            <p:cNvPicPr>
              <a:picLocks noChangeAspect="1"/>
            </p:cNvPicPr>
            <p:nvPr>
              <p:custDataLst>
                <p:tags r:id="rId2"/>
              </p:custDataLst>
            </p:nvPr>
          </p:nvPicPr>
          <p:blipFill>
            <a:blip r:embed="rId7"/>
            <a:stretch>
              <a:fillRect/>
            </a:stretch>
          </p:blipFill>
          <p:spPr>
            <a:xfrm>
              <a:off x="2003" y="7668"/>
              <a:ext cx="11625" cy="2408"/>
            </a:xfrm>
            <a:prstGeom prst="rect">
              <a:avLst/>
            </a:prstGeom>
          </p:spPr>
        </p:pic>
      </p:gr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nodeType="with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ppt_x"/>
                                          </p:val>
                                        </p:tav>
                                        <p:tav tm="100000">
                                          <p:val>
                                            <p:strVal val="#ppt_x"/>
                                          </p:val>
                                        </p:tav>
                                      </p:tavLst>
                                    </p:anim>
                                    <p:anim calcmode="lin" valueType="num">
                                      <p:cBhvr additive="base">
                                        <p:cTn id="8" dur="500" fill="hold"/>
                                        <p:tgtEl>
                                          <p:spTgt spid="6"/>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9"/>
                                        </p:tgtEl>
                                        <p:attrNameLst>
                                          <p:attrName>style.visibility</p:attrName>
                                        </p:attrNameLst>
                                      </p:cBhvr>
                                      <p:to>
                                        <p:strVal val="visible"/>
                                      </p:to>
                                    </p:set>
                                    <p:anim calcmode="lin" valueType="num">
                                      <p:cBhvr additive="base">
                                        <p:cTn id="13" dur="500" fill="hold"/>
                                        <p:tgtEl>
                                          <p:spTgt spid="9"/>
                                        </p:tgtEl>
                                        <p:attrNameLst>
                                          <p:attrName>ppt_x</p:attrName>
                                        </p:attrNameLst>
                                      </p:cBhvr>
                                      <p:tavLst>
                                        <p:tav tm="0">
                                          <p:val>
                                            <p:strVal val="#ppt_x"/>
                                          </p:val>
                                        </p:tav>
                                        <p:tav tm="100000">
                                          <p:val>
                                            <p:strVal val="#ppt_x"/>
                                          </p:val>
                                        </p:tav>
                                      </p:tavLst>
                                    </p:anim>
                                    <p:anim calcmode="lin" valueType="num">
                                      <p:cBhvr additive="base">
                                        <p:cTn id="14" dur="500" fill="hold"/>
                                        <p:tgtEl>
                                          <p:spTgt spid="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直接连接符 29"/>
          <p:cNvSpPr/>
          <p:nvPr/>
        </p:nvSpPr>
        <p:spPr>
          <a:xfrm flipV="1">
            <a:off x="72708" y="948055"/>
            <a:ext cx="12045600" cy="9525"/>
          </a:xfrm>
          <a:prstGeom prst="line">
            <a:avLst/>
          </a:prstGeom>
          <a:ln w="136525" cap="sq" cmpd="sng">
            <a:solidFill>
              <a:srgbClr val="66CCFF"/>
            </a:solidFill>
            <a:prstDash val="solid"/>
            <a:miter/>
            <a:headEnd type="none" w="med" len="med"/>
            <a:tailEnd type="none" w="med" len="med"/>
          </a:ln>
        </p:spPr>
        <p:txBody>
          <a:bodyPr/>
          <a:lstStyle/>
          <a:p>
            <a:endParaRPr lang="zh-CN" altLang="en-US"/>
          </a:p>
        </p:txBody>
      </p:sp>
      <p:sp>
        <p:nvSpPr>
          <p:cNvPr id="4" name="右箭头 3"/>
          <p:cNvSpPr/>
          <p:nvPr/>
        </p:nvSpPr>
        <p:spPr>
          <a:xfrm>
            <a:off x="5231940" y="392430"/>
            <a:ext cx="504190" cy="167005"/>
          </a:xfrm>
          <a:prstGeom prst="rightArrow">
            <a:avLst/>
          </a:prstGeom>
          <a:solidFill>
            <a:schemeClr val="accent2">
              <a:lumMod val="40000"/>
              <a:lumOff val="60000"/>
            </a:schemeClr>
          </a:solidFill>
          <a:ln>
            <a:solidFill>
              <a:srgbClr val="7030A0"/>
            </a:solidFill>
          </a:ln>
        </p:spPr>
        <p:style>
          <a:lnRef idx="2">
            <a:schemeClr val="accent2">
              <a:shade val="50000"/>
            </a:schemeClr>
          </a:lnRef>
          <a:fillRef idx="1">
            <a:schemeClr val="accent2"/>
          </a:fillRef>
          <a:effectRef idx="0">
            <a:schemeClr val="accent2"/>
          </a:effectRef>
          <a:fontRef idx="minor">
            <a:schemeClr val="lt1"/>
          </a:fontRef>
        </p:style>
        <p:txBody>
          <a:bodyPr rtlCol="0" anchor="ctr">
            <a:scene3d>
              <a:camera prst="orthographicFront"/>
              <a:lightRig rig="threePt" dir="t"/>
            </a:scene3d>
          </a:bodyPr>
          <a:lstStyle/>
          <a:p>
            <a:pPr algn="ctr"/>
            <a:endParaRPr lang="zh-CN" altLang="en-US">
              <a:ln>
                <a:solidFill>
                  <a:sysClr val="windowText" lastClr="000000"/>
                </a:solidFill>
              </a:ln>
              <a:solidFill>
                <a:schemeClr val="accent6">
                  <a:lumMod val="60000"/>
                  <a:lumOff val="40000"/>
                </a:schemeClr>
              </a:solidFill>
              <a:effectLst/>
            </a:endParaRPr>
          </a:p>
        </p:txBody>
      </p:sp>
      <p:sp>
        <p:nvSpPr>
          <p:cNvPr id="13" name="TextBox 27"/>
          <p:cNvSpPr/>
          <p:nvPr/>
        </p:nvSpPr>
        <p:spPr>
          <a:xfrm>
            <a:off x="5951990" y="201295"/>
            <a:ext cx="6094730" cy="521970"/>
          </a:xfrm>
          <a:prstGeom prst="rect">
            <a:avLst/>
          </a:prstGeom>
          <a:noFill/>
          <a:ln w="9525">
            <a:noFill/>
          </a:ln>
        </p:spPr>
        <p:txBody>
          <a:bodyPr wrap="square">
            <a:spAutoFit/>
            <a:scene3d>
              <a:camera prst="orthographicFront"/>
              <a:lightRig rig="soft" dir="t">
                <a:rot lat="0" lon="0" rev="15600000"/>
              </a:lightRig>
            </a:scene3d>
            <a:sp3d extrusionH="57150" prstMaterial="softEdge">
              <a:bevelT w="25400" h="38100"/>
            </a:sp3d>
          </a:bodyPr>
          <a:lstStyle/>
          <a:p>
            <a:pPr lvl="0">
              <a:lnSpc>
                <a:spcPct val="100000"/>
              </a:lnSpc>
            </a:pPr>
            <a:r>
              <a:rPr lang="en-US" sz="2800" b="1" dirty="0">
                <a:solidFill>
                  <a:schemeClr val="accent4"/>
                </a:solidFill>
                <a:effectLst/>
                <a:latin typeface="微软雅黑" panose="020B0503020204020204" pitchFamily="2" charset="-122"/>
                <a:ea typeface="微软雅黑" panose="020B0503020204020204" pitchFamily="2" charset="-122"/>
                <a:sym typeface="微软雅黑" panose="020B0503020204020204" pitchFamily="2" charset="-122"/>
              </a:rPr>
              <a:t>5</a:t>
            </a:r>
            <a:r>
              <a:rPr lang="zh-CN" altLang="en-US" sz="2800" b="1" dirty="0">
                <a:solidFill>
                  <a:schemeClr val="accent4"/>
                </a:solidFill>
                <a:effectLst/>
                <a:latin typeface="微软雅黑" panose="020B0503020204020204" pitchFamily="2" charset="-122"/>
                <a:ea typeface="微软雅黑" panose="020B0503020204020204" pitchFamily="2" charset="-122"/>
                <a:sym typeface="微软雅黑" panose="020B0503020204020204" pitchFamily="2" charset="-122"/>
              </a:rPr>
              <a:t>.</a:t>
            </a:r>
            <a:r>
              <a:rPr lang="en-US" altLang="zh-CN" sz="2800" b="1">
                <a:solidFill>
                  <a:schemeClr val="accent4"/>
                </a:solidFill>
                <a:effectLst/>
                <a:latin typeface="微软雅黑" panose="020B0503020204020204" pitchFamily="2" charset="-122"/>
                <a:ea typeface="微软雅黑" panose="020B0503020204020204" pitchFamily="2" charset="-122"/>
                <a:sym typeface="微软雅黑" panose="020B0503020204020204" pitchFamily="2" charset="-122"/>
              </a:rPr>
              <a:t>3</a:t>
            </a:r>
            <a:r>
              <a:rPr lang="zh-CN" altLang="en-US" sz="2800" b="1">
                <a:solidFill>
                  <a:schemeClr val="accent4"/>
                </a:solidFill>
                <a:effectLst/>
                <a:latin typeface="微软雅黑" panose="020B0503020204020204" pitchFamily="2" charset="-122"/>
                <a:ea typeface="微软雅黑" panose="020B0503020204020204" pitchFamily="2" charset="-122"/>
                <a:sym typeface="微软雅黑" panose="020B0503020204020204" pitchFamily="2" charset="-122"/>
              </a:rPr>
              <a:t> </a:t>
            </a:r>
            <a:r>
              <a:rPr lang="zh-CN" altLang="en-US" sz="2800" b="1">
                <a:solidFill>
                  <a:schemeClr val="accent4"/>
                </a:solidFill>
                <a:latin typeface="微软雅黑" panose="020B0503020204020204" pitchFamily="2" charset="-122"/>
                <a:ea typeface="微软雅黑" panose="020B0503020204020204" pitchFamily="2" charset="-122"/>
                <a:sym typeface="微软雅黑" panose="020B0503020204020204" pitchFamily="2" charset="-122"/>
              </a:rPr>
              <a:t>数据无量纲化及权重确定</a:t>
            </a:r>
          </a:p>
        </p:txBody>
      </p:sp>
      <p:sp>
        <p:nvSpPr>
          <p:cNvPr id="10" name="TextBox 28"/>
          <p:cNvSpPr/>
          <p:nvPr/>
        </p:nvSpPr>
        <p:spPr>
          <a:xfrm>
            <a:off x="191770" y="168910"/>
            <a:ext cx="5167630" cy="583565"/>
          </a:xfrm>
          <a:prstGeom prst="rect">
            <a:avLst/>
          </a:prstGeom>
          <a:noFill/>
          <a:ln w="9525">
            <a:noFill/>
          </a:ln>
        </p:spPr>
        <p:txBody>
          <a:bodyPr wrap="square">
            <a:spAutoFit/>
            <a:scene3d>
              <a:camera prst="orthographicFront"/>
              <a:lightRig rig="threePt" dir="t"/>
            </a:scene3d>
          </a:bodyPr>
          <a:lstStyle/>
          <a:p>
            <a:pPr lvl="0"/>
            <a:r>
              <a:rPr lang="en-US" altLang="zh-CN" sz="3200" b="1">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5</a:t>
            </a:r>
            <a:r>
              <a:rPr lang="zh-CN" altLang="en-US" sz="3200" b="1">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  </a:t>
            </a:r>
            <a:r>
              <a:rPr sz="3200" b="1">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综合分析及Python评价</a:t>
            </a:r>
            <a:endParaRPr lang="zh-CN" altLang="en-US" sz="3200" b="1">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endParaRPr>
          </a:p>
        </p:txBody>
      </p:sp>
      <p:sp>
        <p:nvSpPr>
          <p:cNvPr id="5" name="文本框 4"/>
          <p:cNvSpPr txBox="1"/>
          <p:nvPr/>
        </p:nvSpPr>
        <p:spPr>
          <a:xfrm>
            <a:off x="2712085" y="1346200"/>
            <a:ext cx="6096000" cy="460375"/>
          </a:xfrm>
          <a:prstGeom prst="rect">
            <a:avLst/>
          </a:prstGeom>
          <a:noFill/>
        </p:spPr>
        <p:txBody>
          <a:bodyPr wrap="square" rtlCol="0" anchor="t">
            <a:spAutoFit/>
          </a:bodyPr>
          <a:lstStyle/>
          <a:p>
            <a:r>
              <a:rPr lang="zh-CN" altLang="en-US" sz="2400" b="1">
                <a:solidFill>
                  <a:srgbClr val="C00000"/>
                </a:solidFill>
              </a:rPr>
              <a:t>全国居民平均消费水平综合评价指标体系</a:t>
            </a:r>
          </a:p>
        </p:txBody>
      </p:sp>
      <p:pic>
        <p:nvPicPr>
          <p:cNvPr id="11" name="图片 10"/>
          <p:cNvPicPr>
            <a:picLocks noChangeAspect="1"/>
          </p:cNvPicPr>
          <p:nvPr>
            <p:custDataLst>
              <p:tags r:id="rId1"/>
            </p:custDataLst>
          </p:nvPr>
        </p:nvPicPr>
        <p:blipFill>
          <a:blip r:embed="rId4"/>
          <a:stretch>
            <a:fillRect/>
          </a:stretch>
        </p:blipFill>
        <p:spPr>
          <a:xfrm>
            <a:off x="840105" y="1917065"/>
            <a:ext cx="10225405" cy="4152900"/>
          </a:xfrm>
          <a:prstGeom prst="rect">
            <a:avLst/>
          </a:prstGeom>
        </p:spPr>
      </p:pic>
    </p:spTree>
  </p:cSld>
  <p:clrMapOvr>
    <a:masterClrMapping/>
  </p:clrMapOvr>
  <p:transition>
    <p:fade/>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直接连接符 29"/>
          <p:cNvSpPr/>
          <p:nvPr/>
        </p:nvSpPr>
        <p:spPr>
          <a:xfrm flipV="1">
            <a:off x="72708" y="948055"/>
            <a:ext cx="12045600" cy="9525"/>
          </a:xfrm>
          <a:prstGeom prst="line">
            <a:avLst/>
          </a:prstGeom>
          <a:ln w="136525" cap="sq" cmpd="sng">
            <a:solidFill>
              <a:srgbClr val="66CCFF"/>
            </a:solidFill>
            <a:prstDash val="solid"/>
            <a:miter/>
            <a:headEnd type="none" w="med" len="med"/>
            <a:tailEnd type="none" w="med" len="med"/>
          </a:ln>
        </p:spPr>
        <p:txBody>
          <a:bodyPr/>
          <a:lstStyle/>
          <a:p>
            <a:endParaRPr lang="zh-CN" altLang="en-US"/>
          </a:p>
        </p:txBody>
      </p:sp>
      <p:sp>
        <p:nvSpPr>
          <p:cNvPr id="4" name="右箭头 3"/>
          <p:cNvSpPr/>
          <p:nvPr/>
        </p:nvSpPr>
        <p:spPr>
          <a:xfrm>
            <a:off x="5231940" y="392430"/>
            <a:ext cx="504190" cy="167005"/>
          </a:xfrm>
          <a:prstGeom prst="rightArrow">
            <a:avLst/>
          </a:prstGeom>
          <a:solidFill>
            <a:schemeClr val="accent2">
              <a:lumMod val="40000"/>
              <a:lumOff val="60000"/>
            </a:schemeClr>
          </a:solidFill>
          <a:ln>
            <a:solidFill>
              <a:srgbClr val="7030A0"/>
            </a:solidFill>
          </a:ln>
        </p:spPr>
        <p:style>
          <a:lnRef idx="2">
            <a:schemeClr val="accent2">
              <a:shade val="50000"/>
            </a:schemeClr>
          </a:lnRef>
          <a:fillRef idx="1">
            <a:schemeClr val="accent2"/>
          </a:fillRef>
          <a:effectRef idx="0">
            <a:schemeClr val="accent2"/>
          </a:effectRef>
          <a:fontRef idx="minor">
            <a:schemeClr val="lt1"/>
          </a:fontRef>
        </p:style>
        <p:txBody>
          <a:bodyPr rtlCol="0" anchor="ctr">
            <a:scene3d>
              <a:camera prst="orthographicFront"/>
              <a:lightRig rig="threePt" dir="t"/>
            </a:scene3d>
          </a:bodyPr>
          <a:lstStyle/>
          <a:p>
            <a:pPr algn="ctr"/>
            <a:endParaRPr lang="zh-CN" altLang="en-US">
              <a:ln>
                <a:solidFill>
                  <a:sysClr val="windowText" lastClr="000000"/>
                </a:solidFill>
              </a:ln>
              <a:solidFill>
                <a:schemeClr val="accent6">
                  <a:lumMod val="60000"/>
                  <a:lumOff val="40000"/>
                </a:schemeClr>
              </a:solidFill>
              <a:effectLst/>
            </a:endParaRPr>
          </a:p>
        </p:txBody>
      </p:sp>
      <p:sp>
        <p:nvSpPr>
          <p:cNvPr id="13" name="TextBox 27"/>
          <p:cNvSpPr/>
          <p:nvPr/>
        </p:nvSpPr>
        <p:spPr>
          <a:xfrm>
            <a:off x="5951990" y="201295"/>
            <a:ext cx="6094730" cy="521970"/>
          </a:xfrm>
          <a:prstGeom prst="rect">
            <a:avLst/>
          </a:prstGeom>
          <a:noFill/>
          <a:ln w="9525">
            <a:noFill/>
          </a:ln>
        </p:spPr>
        <p:txBody>
          <a:bodyPr wrap="square">
            <a:spAutoFit/>
            <a:scene3d>
              <a:camera prst="orthographicFront"/>
              <a:lightRig rig="soft" dir="t">
                <a:rot lat="0" lon="0" rev="15600000"/>
              </a:lightRig>
            </a:scene3d>
            <a:sp3d extrusionH="57150" prstMaterial="softEdge">
              <a:bevelT w="25400" h="38100"/>
            </a:sp3d>
          </a:bodyPr>
          <a:lstStyle/>
          <a:p>
            <a:pPr lvl="0">
              <a:lnSpc>
                <a:spcPct val="100000"/>
              </a:lnSpc>
            </a:pPr>
            <a:r>
              <a:rPr lang="en-US" sz="2800" b="1" dirty="0">
                <a:solidFill>
                  <a:schemeClr val="accent4"/>
                </a:solidFill>
                <a:effectLst/>
                <a:latin typeface="微软雅黑" panose="020B0503020204020204" pitchFamily="2" charset="-122"/>
                <a:ea typeface="微软雅黑" panose="020B0503020204020204" pitchFamily="2" charset="-122"/>
                <a:sym typeface="微软雅黑" panose="020B0503020204020204" pitchFamily="2" charset="-122"/>
              </a:rPr>
              <a:t>5</a:t>
            </a:r>
            <a:r>
              <a:rPr lang="zh-CN" altLang="en-US" sz="2800" b="1" dirty="0">
                <a:solidFill>
                  <a:schemeClr val="accent4"/>
                </a:solidFill>
                <a:effectLst/>
                <a:latin typeface="微软雅黑" panose="020B0503020204020204" pitchFamily="2" charset="-122"/>
                <a:ea typeface="微软雅黑" panose="020B0503020204020204" pitchFamily="2" charset="-122"/>
                <a:sym typeface="微软雅黑" panose="020B0503020204020204" pitchFamily="2" charset="-122"/>
              </a:rPr>
              <a:t>.</a:t>
            </a:r>
            <a:r>
              <a:rPr lang="en-US" altLang="zh-CN" sz="2800" b="1">
                <a:solidFill>
                  <a:schemeClr val="accent4"/>
                </a:solidFill>
                <a:effectLst/>
                <a:latin typeface="微软雅黑" panose="020B0503020204020204" pitchFamily="2" charset="-122"/>
                <a:ea typeface="微软雅黑" panose="020B0503020204020204" pitchFamily="2" charset="-122"/>
                <a:sym typeface="微软雅黑" panose="020B0503020204020204" pitchFamily="2" charset="-122"/>
              </a:rPr>
              <a:t>4</a:t>
            </a:r>
            <a:r>
              <a:rPr lang="zh-CN" altLang="en-US" sz="2800" b="1">
                <a:solidFill>
                  <a:schemeClr val="accent4"/>
                </a:solidFill>
                <a:effectLst/>
                <a:latin typeface="微软雅黑" panose="020B0503020204020204" pitchFamily="2" charset="-122"/>
                <a:ea typeface="微软雅黑" panose="020B0503020204020204" pitchFamily="2" charset="-122"/>
                <a:sym typeface="微软雅黑" panose="020B0503020204020204" pitchFamily="2" charset="-122"/>
              </a:rPr>
              <a:t> </a:t>
            </a:r>
            <a:r>
              <a:rPr lang="zh-CN" altLang="en-US" sz="2800" b="1">
                <a:solidFill>
                  <a:schemeClr val="accent4"/>
                </a:solidFill>
                <a:latin typeface="微软雅黑" panose="020B0503020204020204" pitchFamily="2" charset="-122"/>
                <a:ea typeface="微软雅黑" panose="020B0503020204020204" pitchFamily="2" charset="-122"/>
                <a:sym typeface="微软雅黑" panose="020B0503020204020204" pitchFamily="2" charset="-122"/>
              </a:rPr>
              <a:t>综合评价方法及其应用</a:t>
            </a:r>
          </a:p>
        </p:txBody>
      </p:sp>
      <p:sp>
        <p:nvSpPr>
          <p:cNvPr id="10" name="TextBox 28"/>
          <p:cNvSpPr/>
          <p:nvPr/>
        </p:nvSpPr>
        <p:spPr>
          <a:xfrm>
            <a:off x="191770" y="168910"/>
            <a:ext cx="5167630" cy="583565"/>
          </a:xfrm>
          <a:prstGeom prst="rect">
            <a:avLst/>
          </a:prstGeom>
          <a:noFill/>
          <a:ln w="9525">
            <a:noFill/>
          </a:ln>
        </p:spPr>
        <p:txBody>
          <a:bodyPr wrap="square">
            <a:spAutoFit/>
            <a:scene3d>
              <a:camera prst="orthographicFront"/>
              <a:lightRig rig="threePt" dir="t"/>
            </a:scene3d>
          </a:bodyPr>
          <a:lstStyle/>
          <a:p>
            <a:pPr lvl="0"/>
            <a:r>
              <a:rPr lang="en-US" altLang="zh-CN" sz="3200" b="1">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5</a:t>
            </a:r>
            <a:r>
              <a:rPr lang="zh-CN" altLang="en-US" sz="3200" b="1">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  </a:t>
            </a:r>
            <a:r>
              <a:rPr sz="3200" b="1">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综合分析及Python评价</a:t>
            </a:r>
            <a:endParaRPr lang="zh-CN" altLang="en-US" sz="3200" b="1">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endParaRPr>
          </a:p>
        </p:txBody>
      </p:sp>
      <p:sp>
        <p:nvSpPr>
          <p:cNvPr id="6" name="文本框 5"/>
          <p:cNvSpPr txBox="1"/>
          <p:nvPr/>
        </p:nvSpPr>
        <p:spPr>
          <a:xfrm>
            <a:off x="407670" y="1182370"/>
            <a:ext cx="6096000" cy="521970"/>
          </a:xfrm>
          <a:prstGeom prst="rect">
            <a:avLst/>
          </a:prstGeom>
          <a:noFill/>
        </p:spPr>
        <p:txBody>
          <a:bodyPr wrap="square" rtlCol="0" anchor="t">
            <a:spAutoFit/>
          </a:bodyPr>
          <a:lstStyle/>
          <a:p>
            <a:r>
              <a:rPr lang="zh-CN" altLang="en-US" sz="2800" b="1">
                <a:solidFill>
                  <a:srgbClr val="C00000"/>
                </a:solidFill>
              </a:rPr>
              <a:t>5.4.1 综合评分法</a:t>
            </a:r>
          </a:p>
        </p:txBody>
      </p:sp>
      <p:pic>
        <p:nvPicPr>
          <p:cNvPr id="8" name="图片 7"/>
          <p:cNvPicPr>
            <a:picLocks noChangeAspect="1"/>
          </p:cNvPicPr>
          <p:nvPr/>
        </p:nvPicPr>
        <p:blipFill>
          <a:blip r:embed="rId3"/>
          <a:stretch>
            <a:fillRect/>
          </a:stretch>
        </p:blipFill>
        <p:spPr>
          <a:xfrm>
            <a:off x="3576320" y="1485265"/>
            <a:ext cx="4272280" cy="838200"/>
          </a:xfrm>
          <a:prstGeom prst="rect">
            <a:avLst/>
          </a:prstGeom>
        </p:spPr>
      </p:pic>
      <p:pic>
        <p:nvPicPr>
          <p:cNvPr id="12" name="图片 11"/>
          <p:cNvPicPr>
            <a:picLocks noChangeAspect="1"/>
          </p:cNvPicPr>
          <p:nvPr/>
        </p:nvPicPr>
        <p:blipFill>
          <a:blip r:embed="rId4"/>
          <a:stretch>
            <a:fillRect/>
          </a:stretch>
        </p:blipFill>
        <p:spPr>
          <a:xfrm>
            <a:off x="480060" y="2421255"/>
            <a:ext cx="5586730" cy="433705"/>
          </a:xfrm>
          <a:prstGeom prst="rect">
            <a:avLst/>
          </a:prstGeom>
        </p:spPr>
      </p:pic>
      <p:pic>
        <p:nvPicPr>
          <p:cNvPr id="14" name="图片 13"/>
          <p:cNvPicPr>
            <a:picLocks noChangeAspect="1"/>
          </p:cNvPicPr>
          <p:nvPr/>
        </p:nvPicPr>
        <p:blipFill>
          <a:blip r:embed="rId5"/>
          <a:stretch>
            <a:fillRect/>
          </a:stretch>
        </p:blipFill>
        <p:spPr>
          <a:xfrm>
            <a:off x="480060" y="2853055"/>
            <a:ext cx="5529580" cy="3733800"/>
          </a:xfrm>
          <a:prstGeom prst="rect">
            <a:avLst/>
          </a:prstGeom>
        </p:spPr>
      </p:pic>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additive="base">
                                        <p:cTn id="7" dur="500" fill="hold"/>
                                        <p:tgtEl>
                                          <p:spTgt spid="8"/>
                                        </p:tgtEl>
                                        <p:attrNameLst>
                                          <p:attrName>ppt_x</p:attrName>
                                        </p:attrNameLst>
                                      </p:cBhvr>
                                      <p:tavLst>
                                        <p:tav tm="0">
                                          <p:val>
                                            <p:strVal val="#ppt_x"/>
                                          </p:val>
                                        </p:tav>
                                        <p:tav tm="100000">
                                          <p:val>
                                            <p:strVal val="#ppt_x"/>
                                          </p:val>
                                        </p:tav>
                                      </p:tavLst>
                                    </p:anim>
                                    <p:anim calcmode="lin" valueType="num">
                                      <p:cBhvr additive="base">
                                        <p:cTn id="8" dur="500" fill="hold"/>
                                        <p:tgtEl>
                                          <p:spTgt spid="8"/>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12"/>
                                        </p:tgtEl>
                                        <p:attrNameLst>
                                          <p:attrName>style.visibility</p:attrName>
                                        </p:attrNameLst>
                                      </p:cBhvr>
                                      <p:to>
                                        <p:strVal val="visible"/>
                                      </p:to>
                                    </p:set>
                                    <p:anim calcmode="lin" valueType="num">
                                      <p:cBhvr additive="base">
                                        <p:cTn id="13" dur="500" fill="hold"/>
                                        <p:tgtEl>
                                          <p:spTgt spid="12"/>
                                        </p:tgtEl>
                                        <p:attrNameLst>
                                          <p:attrName>ppt_x</p:attrName>
                                        </p:attrNameLst>
                                      </p:cBhvr>
                                      <p:tavLst>
                                        <p:tav tm="0">
                                          <p:val>
                                            <p:strVal val="#ppt_x"/>
                                          </p:val>
                                        </p:tav>
                                        <p:tav tm="100000">
                                          <p:val>
                                            <p:strVal val="#ppt_x"/>
                                          </p:val>
                                        </p:tav>
                                      </p:tavLst>
                                    </p:anim>
                                    <p:anim calcmode="lin" valueType="num">
                                      <p:cBhvr additive="base">
                                        <p:cTn id="14" dur="500" fill="hold"/>
                                        <p:tgtEl>
                                          <p:spTgt spid="12"/>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14"/>
                                        </p:tgtEl>
                                        <p:attrNameLst>
                                          <p:attrName>style.visibility</p:attrName>
                                        </p:attrNameLst>
                                      </p:cBhvr>
                                      <p:to>
                                        <p:strVal val="visible"/>
                                      </p:to>
                                    </p:set>
                                    <p:anim calcmode="lin" valueType="num">
                                      <p:cBhvr additive="base">
                                        <p:cTn id="19" dur="500" fill="hold"/>
                                        <p:tgtEl>
                                          <p:spTgt spid="14"/>
                                        </p:tgtEl>
                                        <p:attrNameLst>
                                          <p:attrName>ppt_x</p:attrName>
                                        </p:attrNameLst>
                                      </p:cBhvr>
                                      <p:tavLst>
                                        <p:tav tm="0">
                                          <p:val>
                                            <p:strVal val="#ppt_x"/>
                                          </p:val>
                                        </p:tav>
                                        <p:tav tm="100000">
                                          <p:val>
                                            <p:strVal val="#ppt_x"/>
                                          </p:val>
                                        </p:tav>
                                      </p:tavLst>
                                    </p:anim>
                                    <p:anim calcmode="lin" valueType="num">
                                      <p:cBhvr additive="base">
                                        <p:cTn id="20" dur="500" fill="hold"/>
                                        <p:tgtEl>
                                          <p:spTgt spid="1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直接连接符 29"/>
          <p:cNvSpPr/>
          <p:nvPr/>
        </p:nvSpPr>
        <p:spPr>
          <a:xfrm flipV="1">
            <a:off x="72708" y="948055"/>
            <a:ext cx="12045600" cy="9525"/>
          </a:xfrm>
          <a:prstGeom prst="line">
            <a:avLst/>
          </a:prstGeom>
          <a:ln w="136525" cap="sq" cmpd="sng">
            <a:solidFill>
              <a:srgbClr val="66CCFF"/>
            </a:solidFill>
            <a:prstDash val="solid"/>
            <a:miter/>
            <a:headEnd type="none" w="med" len="med"/>
            <a:tailEnd type="none" w="med" len="med"/>
          </a:ln>
        </p:spPr>
        <p:txBody>
          <a:bodyPr/>
          <a:lstStyle/>
          <a:p>
            <a:endParaRPr lang="zh-CN" altLang="en-US"/>
          </a:p>
        </p:txBody>
      </p:sp>
      <p:sp>
        <p:nvSpPr>
          <p:cNvPr id="4" name="右箭头 3"/>
          <p:cNvSpPr/>
          <p:nvPr/>
        </p:nvSpPr>
        <p:spPr>
          <a:xfrm>
            <a:off x="5231940" y="392430"/>
            <a:ext cx="504190" cy="167005"/>
          </a:xfrm>
          <a:prstGeom prst="rightArrow">
            <a:avLst/>
          </a:prstGeom>
          <a:solidFill>
            <a:schemeClr val="accent2">
              <a:lumMod val="40000"/>
              <a:lumOff val="60000"/>
            </a:schemeClr>
          </a:solidFill>
          <a:ln>
            <a:solidFill>
              <a:srgbClr val="7030A0"/>
            </a:solidFill>
          </a:ln>
        </p:spPr>
        <p:style>
          <a:lnRef idx="2">
            <a:schemeClr val="accent2">
              <a:shade val="50000"/>
            </a:schemeClr>
          </a:lnRef>
          <a:fillRef idx="1">
            <a:schemeClr val="accent2"/>
          </a:fillRef>
          <a:effectRef idx="0">
            <a:schemeClr val="accent2"/>
          </a:effectRef>
          <a:fontRef idx="minor">
            <a:schemeClr val="lt1"/>
          </a:fontRef>
        </p:style>
        <p:txBody>
          <a:bodyPr rtlCol="0" anchor="ctr">
            <a:scene3d>
              <a:camera prst="orthographicFront"/>
              <a:lightRig rig="threePt" dir="t"/>
            </a:scene3d>
          </a:bodyPr>
          <a:lstStyle/>
          <a:p>
            <a:pPr algn="ctr"/>
            <a:endParaRPr lang="zh-CN" altLang="en-US">
              <a:ln>
                <a:solidFill>
                  <a:sysClr val="windowText" lastClr="000000"/>
                </a:solidFill>
              </a:ln>
              <a:solidFill>
                <a:schemeClr val="accent6">
                  <a:lumMod val="60000"/>
                  <a:lumOff val="40000"/>
                </a:schemeClr>
              </a:solidFill>
              <a:effectLst/>
            </a:endParaRPr>
          </a:p>
        </p:txBody>
      </p:sp>
      <p:sp>
        <p:nvSpPr>
          <p:cNvPr id="13" name="TextBox 27"/>
          <p:cNvSpPr/>
          <p:nvPr/>
        </p:nvSpPr>
        <p:spPr>
          <a:xfrm>
            <a:off x="5951990" y="201295"/>
            <a:ext cx="6094730" cy="521970"/>
          </a:xfrm>
          <a:prstGeom prst="rect">
            <a:avLst/>
          </a:prstGeom>
          <a:noFill/>
          <a:ln w="9525">
            <a:noFill/>
          </a:ln>
        </p:spPr>
        <p:txBody>
          <a:bodyPr wrap="square">
            <a:spAutoFit/>
            <a:scene3d>
              <a:camera prst="orthographicFront"/>
              <a:lightRig rig="soft" dir="t">
                <a:rot lat="0" lon="0" rev="15600000"/>
              </a:lightRig>
            </a:scene3d>
            <a:sp3d extrusionH="57150" prstMaterial="softEdge">
              <a:bevelT w="25400" h="38100"/>
            </a:sp3d>
          </a:bodyPr>
          <a:lstStyle/>
          <a:p>
            <a:pPr lvl="0">
              <a:lnSpc>
                <a:spcPct val="100000"/>
              </a:lnSpc>
            </a:pPr>
            <a:r>
              <a:rPr lang="en-US" sz="2800" b="1" dirty="0">
                <a:solidFill>
                  <a:schemeClr val="accent4"/>
                </a:solidFill>
                <a:effectLst/>
                <a:latin typeface="微软雅黑" panose="020B0503020204020204" pitchFamily="2" charset="-122"/>
                <a:ea typeface="微软雅黑" panose="020B0503020204020204" pitchFamily="2" charset="-122"/>
                <a:sym typeface="微软雅黑" panose="020B0503020204020204" pitchFamily="2" charset="-122"/>
              </a:rPr>
              <a:t>5</a:t>
            </a:r>
            <a:r>
              <a:rPr lang="zh-CN" altLang="en-US" sz="2800" b="1" dirty="0">
                <a:solidFill>
                  <a:schemeClr val="accent4"/>
                </a:solidFill>
                <a:effectLst/>
                <a:latin typeface="微软雅黑" panose="020B0503020204020204" pitchFamily="2" charset="-122"/>
                <a:ea typeface="微软雅黑" panose="020B0503020204020204" pitchFamily="2" charset="-122"/>
                <a:sym typeface="微软雅黑" panose="020B0503020204020204" pitchFamily="2" charset="-122"/>
              </a:rPr>
              <a:t>.</a:t>
            </a:r>
            <a:r>
              <a:rPr lang="en-US" altLang="zh-CN" sz="2800" b="1">
                <a:solidFill>
                  <a:schemeClr val="accent4"/>
                </a:solidFill>
                <a:effectLst/>
                <a:latin typeface="微软雅黑" panose="020B0503020204020204" pitchFamily="2" charset="-122"/>
                <a:ea typeface="微软雅黑" panose="020B0503020204020204" pitchFamily="2" charset="-122"/>
                <a:sym typeface="微软雅黑" panose="020B0503020204020204" pitchFamily="2" charset="-122"/>
              </a:rPr>
              <a:t>4</a:t>
            </a:r>
            <a:r>
              <a:rPr lang="zh-CN" altLang="en-US" sz="2800" b="1">
                <a:solidFill>
                  <a:schemeClr val="accent4"/>
                </a:solidFill>
                <a:effectLst/>
                <a:latin typeface="微软雅黑" panose="020B0503020204020204" pitchFamily="2" charset="-122"/>
                <a:ea typeface="微软雅黑" panose="020B0503020204020204" pitchFamily="2" charset="-122"/>
                <a:sym typeface="微软雅黑" panose="020B0503020204020204" pitchFamily="2" charset="-122"/>
              </a:rPr>
              <a:t> </a:t>
            </a:r>
            <a:r>
              <a:rPr lang="zh-CN" altLang="en-US" sz="2800" b="1">
                <a:solidFill>
                  <a:schemeClr val="accent4"/>
                </a:solidFill>
                <a:latin typeface="微软雅黑" panose="020B0503020204020204" pitchFamily="2" charset="-122"/>
                <a:ea typeface="微软雅黑" panose="020B0503020204020204" pitchFamily="2" charset="-122"/>
                <a:sym typeface="微软雅黑" panose="020B0503020204020204" pitchFamily="2" charset="-122"/>
              </a:rPr>
              <a:t>综合评价方法及其应用</a:t>
            </a:r>
          </a:p>
        </p:txBody>
      </p:sp>
      <p:sp>
        <p:nvSpPr>
          <p:cNvPr id="10" name="TextBox 28"/>
          <p:cNvSpPr/>
          <p:nvPr/>
        </p:nvSpPr>
        <p:spPr>
          <a:xfrm>
            <a:off x="191770" y="168910"/>
            <a:ext cx="5167630" cy="583565"/>
          </a:xfrm>
          <a:prstGeom prst="rect">
            <a:avLst/>
          </a:prstGeom>
          <a:noFill/>
          <a:ln w="9525">
            <a:noFill/>
          </a:ln>
        </p:spPr>
        <p:txBody>
          <a:bodyPr wrap="square">
            <a:spAutoFit/>
            <a:scene3d>
              <a:camera prst="orthographicFront"/>
              <a:lightRig rig="threePt" dir="t"/>
            </a:scene3d>
          </a:bodyPr>
          <a:lstStyle/>
          <a:p>
            <a:pPr lvl="0"/>
            <a:r>
              <a:rPr lang="en-US" altLang="zh-CN" sz="3200" b="1">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5</a:t>
            </a:r>
            <a:r>
              <a:rPr lang="zh-CN" altLang="en-US" sz="3200" b="1">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  </a:t>
            </a:r>
            <a:r>
              <a:rPr sz="3200" b="1">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综合分析及Python评价</a:t>
            </a:r>
            <a:endParaRPr lang="zh-CN" altLang="en-US" sz="3200" b="1">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endParaRPr>
          </a:p>
        </p:txBody>
      </p:sp>
      <p:sp>
        <p:nvSpPr>
          <p:cNvPr id="6" name="文本框 5"/>
          <p:cNvSpPr txBox="1"/>
          <p:nvPr/>
        </p:nvSpPr>
        <p:spPr>
          <a:xfrm>
            <a:off x="407670" y="1182370"/>
            <a:ext cx="6096000" cy="521970"/>
          </a:xfrm>
          <a:prstGeom prst="rect">
            <a:avLst/>
          </a:prstGeom>
          <a:noFill/>
        </p:spPr>
        <p:txBody>
          <a:bodyPr wrap="square" rtlCol="0" anchor="t">
            <a:spAutoFit/>
          </a:bodyPr>
          <a:lstStyle/>
          <a:p>
            <a:r>
              <a:rPr lang="zh-CN" altLang="en-US" sz="2800" b="1">
                <a:solidFill>
                  <a:srgbClr val="C00000"/>
                </a:solidFill>
              </a:rPr>
              <a:t>5.4.1 综合评分法</a:t>
            </a:r>
          </a:p>
        </p:txBody>
      </p:sp>
      <p:pic>
        <p:nvPicPr>
          <p:cNvPr id="5" name="图片 4"/>
          <p:cNvPicPr>
            <a:picLocks noChangeAspect="1"/>
          </p:cNvPicPr>
          <p:nvPr/>
        </p:nvPicPr>
        <p:blipFill>
          <a:blip r:embed="rId3"/>
          <a:stretch>
            <a:fillRect/>
          </a:stretch>
        </p:blipFill>
        <p:spPr>
          <a:xfrm>
            <a:off x="407670" y="2493010"/>
            <a:ext cx="5019675" cy="4191000"/>
          </a:xfrm>
          <a:prstGeom prst="rect">
            <a:avLst/>
          </a:prstGeom>
        </p:spPr>
      </p:pic>
      <p:pic>
        <p:nvPicPr>
          <p:cNvPr id="7" name="图片 6"/>
          <p:cNvPicPr>
            <a:picLocks noChangeAspect="1"/>
          </p:cNvPicPr>
          <p:nvPr/>
        </p:nvPicPr>
        <p:blipFill>
          <a:blip r:embed="rId4"/>
          <a:stretch>
            <a:fillRect/>
          </a:stretch>
        </p:blipFill>
        <p:spPr>
          <a:xfrm>
            <a:off x="407670" y="1687830"/>
            <a:ext cx="7263130" cy="805180"/>
          </a:xfrm>
          <a:prstGeom prst="rect">
            <a:avLst/>
          </a:prstGeom>
        </p:spPr>
      </p:pic>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nodeType="with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additive="base">
                                        <p:cTn id="7" dur="500" fill="hold"/>
                                        <p:tgtEl>
                                          <p:spTgt spid="7"/>
                                        </p:tgtEl>
                                        <p:attrNameLst>
                                          <p:attrName>ppt_x</p:attrName>
                                        </p:attrNameLst>
                                      </p:cBhvr>
                                      <p:tavLst>
                                        <p:tav tm="0">
                                          <p:val>
                                            <p:strVal val="#ppt_x"/>
                                          </p:val>
                                        </p:tav>
                                        <p:tav tm="100000">
                                          <p:val>
                                            <p:strVal val="#ppt_x"/>
                                          </p:val>
                                        </p:tav>
                                      </p:tavLst>
                                    </p:anim>
                                    <p:anim calcmode="lin" valueType="num">
                                      <p:cBhvr additive="base">
                                        <p:cTn id="8" dur="500" fill="hold"/>
                                        <p:tgtEl>
                                          <p:spTgt spid="7"/>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5"/>
                                        </p:tgtEl>
                                        <p:attrNameLst>
                                          <p:attrName>style.visibility</p:attrName>
                                        </p:attrNameLst>
                                      </p:cBhvr>
                                      <p:to>
                                        <p:strVal val="visible"/>
                                      </p:to>
                                    </p:set>
                                    <p:anim calcmode="lin" valueType="num">
                                      <p:cBhvr additive="base">
                                        <p:cTn id="13" dur="500" fill="hold"/>
                                        <p:tgtEl>
                                          <p:spTgt spid="5"/>
                                        </p:tgtEl>
                                        <p:attrNameLst>
                                          <p:attrName>ppt_x</p:attrName>
                                        </p:attrNameLst>
                                      </p:cBhvr>
                                      <p:tavLst>
                                        <p:tav tm="0">
                                          <p:val>
                                            <p:strVal val="#ppt_x"/>
                                          </p:val>
                                        </p:tav>
                                        <p:tav tm="100000">
                                          <p:val>
                                            <p:strVal val="#ppt_x"/>
                                          </p:val>
                                        </p:tav>
                                      </p:tavLst>
                                    </p:anim>
                                    <p:anim calcmode="lin" valueType="num">
                                      <p:cBhvr additive="base">
                                        <p:cTn id="14" dur="500" fill="hold"/>
                                        <p:tgtEl>
                                          <p:spTgt spid="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直接连接符 29"/>
          <p:cNvSpPr/>
          <p:nvPr/>
        </p:nvSpPr>
        <p:spPr>
          <a:xfrm flipV="1">
            <a:off x="72708" y="948055"/>
            <a:ext cx="12045600" cy="9525"/>
          </a:xfrm>
          <a:prstGeom prst="line">
            <a:avLst/>
          </a:prstGeom>
          <a:ln w="136525" cap="sq" cmpd="sng">
            <a:solidFill>
              <a:srgbClr val="66CCFF"/>
            </a:solidFill>
            <a:prstDash val="solid"/>
            <a:miter/>
            <a:headEnd type="none" w="med" len="med"/>
            <a:tailEnd type="none" w="med" len="med"/>
          </a:ln>
        </p:spPr>
        <p:txBody>
          <a:bodyPr/>
          <a:lstStyle/>
          <a:p>
            <a:endParaRPr lang="zh-CN" altLang="en-US"/>
          </a:p>
        </p:txBody>
      </p:sp>
      <p:sp>
        <p:nvSpPr>
          <p:cNvPr id="4" name="右箭头 3"/>
          <p:cNvSpPr/>
          <p:nvPr/>
        </p:nvSpPr>
        <p:spPr>
          <a:xfrm>
            <a:off x="5231940" y="392430"/>
            <a:ext cx="504190" cy="167005"/>
          </a:xfrm>
          <a:prstGeom prst="rightArrow">
            <a:avLst/>
          </a:prstGeom>
          <a:solidFill>
            <a:schemeClr val="accent2">
              <a:lumMod val="40000"/>
              <a:lumOff val="60000"/>
            </a:schemeClr>
          </a:solidFill>
          <a:ln>
            <a:solidFill>
              <a:srgbClr val="7030A0"/>
            </a:solidFill>
          </a:ln>
        </p:spPr>
        <p:style>
          <a:lnRef idx="2">
            <a:schemeClr val="accent2">
              <a:shade val="50000"/>
            </a:schemeClr>
          </a:lnRef>
          <a:fillRef idx="1">
            <a:schemeClr val="accent2"/>
          </a:fillRef>
          <a:effectRef idx="0">
            <a:schemeClr val="accent2"/>
          </a:effectRef>
          <a:fontRef idx="minor">
            <a:schemeClr val="lt1"/>
          </a:fontRef>
        </p:style>
        <p:txBody>
          <a:bodyPr rtlCol="0" anchor="ctr">
            <a:scene3d>
              <a:camera prst="orthographicFront"/>
              <a:lightRig rig="threePt" dir="t"/>
            </a:scene3d>
          </a:bodyPr>
          <a:lstStyle/>
          <a:p>
            <a:pPr algn="ctr"/>
            <a:endParaRPr lang="zh-CN" altLang="en-US">
              <a:ln>
                <a:solidFill>
                  <a:sysClr val="windowText" lastClr="000000"/>
                </a:solidFill>
              </a:ln>
              <a:solidFill>
                <a:schemeClr val="accent6">
                  <a:lumMod val="60000"/>
                  <a:lumOff val="40000"/>
                </a:schemeClr>
              </a:solidFill>
              <a:effectLst/>
            </a:endParaRPr>
          </a:p>
        </p:txBody>
      </p:sp>
      <p:sp>
        <p:nvSpPr>
          <p:cNvPr id="13" name="TextBox 27"/>
          <p:cNvSpPr/>
          <p:nvPr/>
        </p:nvSpPr>
        <p:spPr>
          <a:xfrm>
            <a:off x="5951990" y="201295"/>
            <a:ext cx="6094730" cy="521970"/>
          </a:xfrm>
          <a:prstGeom prst="rect">
            <a:avLst/>
          </a:prstGeom>
          <a:noFill/>
          <a:ln w="9525">
            <a:noFill/>
          </a:ln>
        </p:spPr>
        <p:txBody>
          <a:bodyPr wrap="square">
            <a:spAutoFit/>
            <a:scene3d>
              <a:camera prst="orthographicFront"/>
              <a:lightRig rig="soft" dir="t">
                <a:rot lat="0" lon="0" rev="15600000"/>
              </a:lightRig>
            </a:scene3d>
            <a:sp3d extrusionH="57150" prstMaterial="softEdge">
              <a:bevelT w="25400" h="38100"/>
            </a:sp3d>
          </a:bodyPr>
          <a:lstStyle/>
          <a:p>
            <a:pPr lvl="0">
              <a:lnSpc>
                <a:spcPct val="100000"/>
              </a:lnSpc>
            </a:pPr>
            <a:r>
              <a:rPr lang="en-US" sz="2800" b="1" dirty="0">
                <a:solidFill>
                  <a:schemeClr val="accent4"/>
                </a:solidFill>
                <a:effectLst/>
                <a:latin typeface="微软雅黑" panose="020B0503020204020204" pitchFamily="2" charset="-122"/>
                <a:ea typeface="微软雅黑" panose="020B0503020204020204" pitchFamily="2" charset="-122"/>
                <a:sym typeface="微软雅黑" panose="020B0503020204020204" pitchFamily="2" charset="-122"/>
              </a:rPr>
              <a:t>5</a:t>
            </a:r>
            <a:r>
              <a:rPr lang="zh-CN" altLang="en-US" sz="2800" b="1" dirty="0">
                <a:solidFill>
                  <a:schemeClr val="accent4"/>
                </a:solidFill>
                <a:effectLst/>
                <a:latin typeface="微软雅黑" panose="020B0503020204020204" pitchFamily="2" charset="-122"/>
                <a:ea typeface="微软雅黑" panose="020B0503020204020204" pitchFamily="2" charset="-122"/>
                <a:sym typeface="微软雅黑" panose="020B0503020204020204" pitchFamily="2" charset="-122"/>
              </a:rPr>
              <a:t>.</a:t>
            </a:r>
            <a:r>
              <a:rPr lang="en-US" altLang="zh-CN" sz="2800" b="1">
                <a:solidFill>
                  <a:schemeClr val="accent4"/>
                </a:solidFill>
                <a:effectLst/>
                <a:latin typeface="微软雅黑" panose="020B0503020204020204" pitchFamily="2" charset="-122"/>
                <a:ea typeface="微软雅黑" panose="020B0503020204020204" pitchFamily="2" charset="-122"/>
                <a:sym typeface="微软雅黑" panose="020B0503020204020204" pitchFamily="2" charset="-122"/>
              </a:rPr>
              <a:t>4</a:t>
            </a:r>
            <a:r>
              <a:rPr lang="zh-CN" altLang="en-US" sz="2800" b="1">
                <a:solidFill>
                  <a:schemeClr val="accent4"/>
                </a:solidFill>
                <a:effectLst/>
                <a:latin typeface="微软雅黑" panose="020B0503020204020204" pitchFamily="2" charset="-122"/>
                <a:ea typeface="微软雅黑" panose="020B0503020204020204" pitchFamily="2" charset="-122"/>
                <a:sym typeface="微软雅黑" panose="020B0503020204020204" pitchFamily="2" charset="-122"/>
              </a:rPr>
              <a:t> </a:t>
            </a:r>
            <a:r>
              <a:rPr lang="zh-CN" altLang="en-US" sz="2800" b="1">
                <a:solidFill>
                  <a:schemeClr val="accent4"/>
                </a:solidFill>
                <a:latin typeface="微软雅黑" panose="020B0503020204020204" pitchFamily="2" charset="-122"/>
                <a:ea typeface="微软雅黑" panose="020B0503020204020204" pitchFamily="2" charset="-122"/>
                <a:sym typeface="微软雅黑" panose="020B0503020204020204" pitchFamily="2" charset="-122"/>
              </a:rPr>
              <a:t>综合评价方法及其应用</a:t>
            </a:r>
          </a:p>
        </p:txBody>
      </p:sp>
      <p:sp>
        <p:nvSpPr>
          <p:cNvPr id="10" name="TextBox 28"/>
          <p:cNvSpPr/>
          <p:nvPr/>
        </p:nvSpPr>
        <p:spPr>
          <a:xfrm>
            <a:off x="191770" y="168910"/>
            <a:ext cx="5167630" cy="583565"/>
          </a:xfrm>
          <a:prstGeom prst="rect">
            <a:avLst/>
          </a:prstGeom>
          <a:noFill/>
          <a:ln w="9525">
            <a:noFill/>
          </a:ln>
        </p:spPr>
        <p:txBody>
          <a:bodyPr wrap="square">
            <a:spAutoFit/>
            <a:scene3d>
              <a:camera prst="orthographicFront"/>
              <a:lightRig rig="threePt" dir="t"/>
            </a:scene3d>
          </a:bodyPr>
          <a:lstStyle/>
          <a:p>
            <a:pPr lvl="0"/>
            <a:r>
              <a:rPr lang="en-US" altLang="zh-CN" sz="3200" b="1">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5</a:t>
            </a:r>
            <a:r>
              <a:rPr lang="zh-CN" altLang="en-US" sz="3200" b="1">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  </a:t>
            </a:r>
            <a:r>
              <a:rPr sz="3200" b="1">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综合分析及Python评价</a:t>
            </a:r>
            <a:endParaRPr lang="zh-CN" altLang="en-US" sz="3200" b="1">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endParaRPr>
          </a:p>
        </p:txBody>
      </p:sp>
      <p:sp>
        <p:nvSpPr>
          <p:cNvPr id="6" name="文本框 5"/>
          <p:cNvSpPr txBox="1"/>
          <p:nvPr/>
        </p:nvSpPr>
        <p:spPr>
          <a:xfrm>
            <a:off x="407670" y="1182370"/>
            <a:ext cx="6096000" cy="521970"/>
          </a:xfrm>
          <a:prstGeom prst="rect">
            <a:avLst/>
          </a:prstGeom>
          <a:noFill/>
        </p:spPr>
        <p:txBody>
          <a:bodyPr wrap="square" rtlCol="0" anchor="t">
            <a:spAutoFit/>
          </a:bodyPr>
          <a:lstStyle/>
          <a:p>
            <a:r>
              <a:rPr lang="zh-CN" altLang="en-US" sz="2800" b="1">
                <a:solidFill>
                  <a:srgbClr val="C00000"/>
                </a:solidFill>
              </a:rPr>
              <a:t>5.4.1 综合评分法</a:t>
            </a:r>
          </a:p>
        </p:txBody>
      </p:sp>
      <p:pic>
        <p:nvPicPr>
          <p:cNvPr id="8" name="图片 7"/>
          <p:cNvPicPr>
            <a:picLocks noChangeAspect="1"/>
          </p:cNvPicPr>
          <p:nvPr/>
        </p:nvPicPr>
        <p:blipFill>
          <a:blip r:embed="rId3"/>
          <a:stretch>
            <a:fillRect/>
          </a:stretch>
        </p:blipFill>
        <p:spPr>
          <a:xfrm>
            <a:off x="623570" y="1704340"/>
            <a:ext cx="6419850" cy="424180"/>
          </a:xfrm>
          <a:prstGeom prst="rect">
            <a:avLst/>
          </a:prstGeom>
        </p:spPr>
      </p:pic>
      <p:pic>
        <p:nvPicPr>
          <p:cNvPr id="11" name="图片 10"/>
          <p:cNvPicPr>
            <a:picLocks noChangeAspect="1"/>
          </p:cNvPicPr>
          <p:nvPr/>
        </p:nvPicPr>
        <p:blipFill>
          <a:blip r:embed="rId4"/>
          <a:stretch>
            <a:fillRect/>
          </a:stretch>
        </p:blipFill>
        <p:spPr>
          <a:xfrm>
            <a:off x="623570" y="2120900"/>
            <a:ext cx="4229100" cy="4319905"/>
          </a:xfrm>
          <a:prstGeom prst="rect">
            <a:avLst/>
          </a:prstGeom>
        </p:spPr>
      </p:pic>
      <p:pic>
        <p:nvPicPr>
          <p:cNvPr id="12" name="图片 11"/>
          <p:cNvPicPr>
            <a:picLocks noChangeAspect="1"/>
          </p:cNvPicPr>
          <p:nvPr/>
        </p:nvPicPr>
        <p:blipFill>
          <a:blip r:embed="rId5"/>
          <a:stretch>
            <a:fillRect/>
          </a:stretch>
        </p:blipFill>
        <p:spPr>
          <a:xfrm>
            <a:off x="5015865" y="2163445"/>
            <a:ext cx="2831465" cy="4613275"/>
          </a:xfrm>
          <a:prstGeom prst="rect">
            <a:avLst/>
          </a:prstGeom>
        </p:spPr>
      </p:pic>
      <p:pic>
        <p:nvPicPr>
          <p:cNvPr id="14" name="图片 13"/>
          <p:cNvPicPr>
            <a:picLocks noChangeAspect="1"/>
          </p:cNvPicPr>
          <p:nvPr/>
        </p:nvPicPr>
        <p:blipFill>
          <a:blip r:embed="rId6"/>
          <a:stretch>
            <a:fillRect/>
          </a:stretch>
        </p:blipFill>
        <p:spPr>
          <a:xfrm>
            <a:off x="7680325" y="2925445"/>
            <a:ext cx="3000375" cy="2538730"/>
          </a:xfrm>
          <a:prstGeom prst="rect">
            <a:avLst/>
          </a:prstGeom>
        </p:spPr>
      </p:pic>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anim calcmode="lin" valueType="num">
                                      <p:cBhvr additive="base">
                                        <p:cTn id="7" dur="500" fill="hold"/>
                                        <p:tgtEl>
                                          <p:spTgt spid="11"/>
                                        </p:tgtEl>
                                        <p:attrNameLst>
                                          <p:attrName>ppt_x</p:attrName>
                                        </p:attrNameLst>
                                      </p:cBhvr>
                                      <p:tavLst>
                                        <p:tav tm="0">
                                          <p:val>
                                            <p:strVal val="#ppt_x"/>
                                          </p:val>
                                        </p:tav>
                                        <p:tav tm="100000">
                                          <p:val>
                                            <p:strVal val="#ppt_x"/>
                                          </p:val>
                                        </p:tav>
                                      </p:tavLst>
                                    </p:anim>
                                    <p:anim calcmode="lin" valueType="num">
                                      <p:cBhvr additive="base">
                                        <p:cTn id="8" dur="500" fill="hold"/>
                                        <p:tgtEl>
                                          <p:spTgt spid="11"/>
                                        </p:tgtEl>
                                        <p:attrNameLst>
                                          <p:attrName>ppt_y</p:attrName>
                                        </p:attrNameLst>
                                      </p:cBhvr>
                                      <p:tavLst>
                                        <p:tav tm="0">
                                          <p:val>
                                            <p:strVal val="1+#ppt_h/2"/>
                                          </p:val>
                                        </p:tav>
                                        <p:tav tm="100000">
                                          <p:val>
                                            <p:strVal val="#ppt_y"/>
                                          </p:val>
                                        </p:tav>
                                      </p:tavLst>
                                    </p:anim>
                                  </p:childTnLst>
                                </p:cTn>
                              </p:par>
                            </p:childTnLst>
                          </p:cTn>
                        </p:par>
                        <p:par>
                          <p:cTn id="9" fill="hold">
                            <p:stCondLst>
                              <p:cond delay="500"/>
                            </p:stCondLst>
                            <p:childTnLst>
                              <p:par>
                                <p:cTn id="10" presetID="2" presetClass="entr" presetSubtype="4" fill="hold" nodeType="afterEffect">
                                  <p:stCondLst>
                                    <p:cond delay="0"/>
                                  </p:stCondLst>
                                  <p:childTnLst>
                                    <p:set>
                                      <p:cBhvr>
                                        <p:cTn id="11" dur="1" fill="hold">
                                          <p:stCondLst>
                                            <p:cond delay="0"/>
                                          </p:stCondLst>
                                        </p:cTn>
                                        <p:tgtEl>
                                          <p:spTgt spid="12"/>
                                        </p:tgtEl>
                                        <p:attrNameLst>
                                          <p:attrName>style.visibility</p:attrName>
                                        </p:attrNameLst>
                                      </p:cBhvr>
                                      <p:to>
                                        <p:strVal val="visible"/>
                                      </p:to>
                                    </p:set>
                                    <p:anim calcmode="lin" valueType="num">
                                      <p:cBhvr additive="base">
                                        <p:cTn id="12" dur="500" fill="hold"/>
                                        <p:tgtEl>
                                          <p:spTgt spid="12"/>
                                        </p:tgtEl>
                                        <p:attrNameLst>
                                          <p:attrName>ppt_x</p:attrName>
                                        </p:attrNameLst>
                                      </p:cBhvr>
                                      <p:tavLst>
                                        <p:tav tm="0">
                                          <p:val>
                                            <p:strVal val="#ppt_x"/>
                                          </p:val>
                                        </p:tav>
                                        <p:tav tm="100000">
                                          <p:val>
                                            <p:strVal val="#ppt_x"/>
                                          </p:val>
                                        </p:tav>
                                      </p:tavLst>
                                    </p:anim>
                                    <p:anim calcmode="lin" valueType="num">
                                      <p:cBhvr additive="base">
                                        <p:cTn id="13" dur="500" fill="hold"/>
                                        <p:tgtEl>
                                          <p:spTgt spid="12"/>
                                        </p:tgtEl>
                                        <p:attrNameLst>
                                          <p:attrName>ppt_y</p:attrName>
                                        </p:attrNameLst>
                                      </p:cBhvr>
                                      <p:tavLst>
                                        <p:tav tm="0">
                                          <p:val>
                                            <p:strVal val="1+#ppt_h/2"/>
                                          </p:val>
                                        </p:tav>
                                        <p:tav tm="100000">
                                          <p:val>
                                            <p:strVal val="#ppt_y"/>
                                          </p:val>
                                        </p:tav>
                                      </p:tavLst>
                                    </p:anim>
                                  </p:childTnLst>
                                </p:cTn>
                              </p:par>
                            </p:childTnLst>
                          </p:cTn>
                        </p:par>
                        <p:par>
                          <p:cTn id="14" fill="hold">
                            <p:stCondLst>
                              <p:cond delay="1000"/>
                            </p:stCondLst>
                            <p:childTnLst>
                              <p:par>
                                <p:cTn id="15" presetID="2" presetClass="entr" presetSubtype="4" fill="hold" nodeType="afterEffect">
                                  <p:stCondLst>
                                    <p:cond delay="0"/>
                                  </p:stCondLst>
                                  <p:childTnLst>
                                    <p:set>
                                      <p:cBhvr>
                                        <p:cTn id="16" dur="1" fill="hold">
                                          <p:stCondLst>
                                            <p:cond delay="0"/>
                                          </p:stCondLst>
                                        </p:cTn>
                                        <p:tgtEl>
                                          <p:spTgt spid="14"/>
                                        </p:tgtEl>
                                        <p:attrNameLst>
                                          <p:attrName>style.visibility</p:attrName>
                                        </p:attrNameLst>
                                      </p:cBhvr>
                                      <p:to>
                                        <p:strVal val="visible"/>
                                      </p:to>
                                    </p:set>
                                    <p:anim calcmode="lin" valueType="num">
                                      <p:cBhvr additive="base">
                                        <p:cTn id="17" dur="500" fill="hold"/>
                                        <p:tgtEl>
                                          <p:spTgt spid="14"/>
                                        </p:tgtEl>
                                        <p:attrNameLst>
                                          <p:attrName>ppt_x</p:attrName>
                                        </p:attrNameLst>
                                      </p:cBhvr>
                                      <p:tavLst>
                                        <p:tav tm="0">
                                          <p:val>
                                            <p:strVal val="#ppt_x"/>
                                          </p:val>
                                        </p:tav>
                                        <p:tav tm="100000">
                                          <p:val>
                                            <p:strVal val="#ppt_x"/>
                                          </p:val>
                                        </p:tav>
                                      </p:tavLst>
                                    </p:anim>
                                    <p:anim calcmode="lin" valueType="num">
                                      <p:cBhvr additive="base">
                                        <p:cTn id="18" dur="500" fill="hold"/>
                                        <p:tgtEl>
                                          <p:spTgt spid="1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直接连接符 29"/>
          <p:cNvSpPr/>
          <p:nvPr/>
        </p:nvSpPr>
        <p:spPr>
          <a:xfrm flipV="1">
            <a:off x="72708" y="948055"/>
            <a:ext cx="12045600" cy="9525"/>
          </a:xfrm>
          <a:prstGeom prst="line">
            <a:avLst/>
          </a:prstGeom>
          <a:ln w="136525" cap="sq" cmpd="sng">
            <a:solidFill>
              <a:srgbClr val="66CCFF"/>
            </a:solidFill>
            <a:prstDash val="solid"/>
            <a:miter/>
            <a:headEnd type="none" w="med" len="med"/>
            <a:tailEnd type="none" w="med" len="med"/>
          </a:ln>
        </p:spPr>
        <p:txBody>
          <a:bodyPr/>
          <a:lstStyle/>
          <a:p>
            <a:endParaRPr lang="zh-CN" altLang="en-US"/>
          </a:p>
        </p:txBody>
      </p:sp>
      <p:sp>
        <p:nvSpPr>
          <p:cNvPr id="4" name="右箭头 3"/>
          <p:cNvSpPr/>
          <p:nvPr/>
        </p:nvSpPr>
        <p:spPr>
          <a:xfrm>
            <a:off x="5231940" y="392430"/>
            <a:ext cx="504190" cy="167005"/>
          </a:xfrm>
          <a:prstGeom prst="rightArrow">
            <a:avLst/>
          </a:prstGeom>
          <a:solidFill>
            <a:schemeClr val="accent2">
              <a:lumMod val="40000"/>
              <a:lumOff val="60000"/>
            </a:schemeClr>
          </a:solidFill>
          <a:ln>
            <a:solidFill>
              <a:srgbClr val="7030A0"/>
            </a:solidFill>
          </a:ln>
        </p:spPr>
        <p:style>
          <a:lnRef idx="2">
            <a:schemeClr val="accent2">
              <a:shade val="50000"/>
            </a:schemeClr>
          </a:lnRef>
          <a:fillRef idx="1">
            <a:schemeClr val="accent2"/>
          </a:fillRef>
          <a:effectRef idx="0">
            <a:schemeClr val="accent2"/>
          </a:effectRef>
          <a:fontRef idx="minor">
            <a:schemeClr val="lt1"/>
          </a:fontRef>
        </p:style>
        <p:txBody>
          <a:bodyPr rtlCol="0" anchor="ctr">
            <a:scene3d>
              <a:camera prst="orthographicFront"/>
              <a:lightRig rig="threePt" dir="t"/>
            </a:scene3d>
          </a:bodyPr>
          <a:lstStyle/>
          <a:p>
            <a:pPr algn="ctr"/>
            <a:endParaRPr lang="zh-CN" altLang="en-US">
              <a:ln>
                <a:solidFill>
                  <a:sysClr val="windowText" lastClr="000000"/>
                </a:solidFill>
              </a:ln>
              <a:solidFill>
                <a:schemeClr val="accent6">
                  <a:lumMod val="60000"/>
                  <a:lumOff val="40000"/>
                </a:schemeClr>
              </a:solidFill>
              <a:effectLst/>
            </a:endParaRPr>
          </a:p>
        </p:txBody>
      </p:sp>
      <p:sp>
        <p:nvSpPr>
          <p:cNvPr id="13" name="TextBox 27"/>
          <p:cNvSpPr/>
          <p:nvPr/>
        </p:nvSpPr>
        <p:spPr>
          <a:xfrm>
            <a:off x="5951990" y="201295"/>
            <a:ext cx="6094730" cy="521970"/>
          </a:xfrm>
          <a:prstGeom prst="rect">
            <a:avLst/>
          </a:prstGeom>
          <a:noFill/>
          <a:ln w="9525">
            <a:noFill/>
          </a:ln>
        </p:spPr>
        <p:txBody>
          <a:bodyPr wrap="square">
            <a:spAutoFit/>
            <a:scene3d>
              <a:camera prst="orthographicFront"/>
              <a:lightRig rig="soft" dir="t">
                <a:rot lat="0" lon="0" rev="15600000"/>
              </a:lightRig>
            </a:scene3d>
            <a:sp3d extrusionH="57150" prstMaterial="softEdge">
              <a:bevelT w="25400" h="38100"/>
            </a:sp3d>
          </a:bodyPr>
          <a:lstStyle/>
          <a:p>
            <a:pPr lvl="0">
              <a:lnSpc>
                <a:spcPct val="100000"/>
              </a:lnSpc>
            </a:pPr>
            <a:r>
              <a:rPr lang="en-US" sz="2800" b="1" dirty="0">
                <a:solidFill>
                  <a:schemeClr val="accent4"/>
                </a:solidFill>
                <a:effectLst/>
                <a:latin typeface="微软雅黑" panose="020B0503020204020204" pitchFamily="2" charset="-122"/>
                <a:ea typeface="微软雅黑" panose="020B0503020204020204" pitchFamily="2" charset="-122"/>
                <a:sym typeface="微软雅黑" panose="020B0503020204020204" pitchFamily="2" charset="-122"/>
              </a:rPr>
              <a:t>5</a:t>
            </a:r>
            <a:r>
              <a:rPr lang="zh-CN" altLang="en-US" sz="2800" b="1" dirty="0">
                <a:solidFill>
                  <a:schemeClr val="accent4"/>
                </a:solidFill>
                <a:effectLst/>
                <a:latin typeface="微软雅黑" panose="020B0503020204020204" pitchFamily="2" charset="-122"/>
                <a:ea typeface="微软雅黑" panose="020B0503020204020204" pitchFamily="2" charset="-122"/>
                <a:sym typeface="微软雅黑" panose="020B0503020204020204" pitchFamily="2" charset="-122"/>
              </a:rPr>
              <a:t>.</a:t>
            </a:r>
            <a:r>
              <a:rPr lang="en-US" altLang="zh-CN" sz="2800" b="1">
                <a:solidFill>
                  <a:schemeClr val="accent4"/>
                </a:solidFill>
                <a:effectLst/>
                <a:latin typeface="微软雅黑" panose="020B0503020204020204" pitchFamily="2" charset="-122"/>
                <a:ea typeface="微软雅黑" panose="020B0503020204020204" pitchFamily="2" charset="-122"/>
                <a:sym typeface="微软雅黑" panose="020B0503020204020204" pitchFamily="2" charset="-122"/>
              </a:rPr>
              <a:t>4</a:t>
            </a:r>
            <a:r>
              <a:rPr lang="zh-CN" altLang="en-US" sz="2800" b="1">
                <a:solidFill>
                  <a:schemeClr val="accent4"/>
                </a:solidFill>
                <a:effectLst/>
                <a:latin typeface="微软雅黑" panose="020B0503020204020204" pitchFamily="2" charset="-122"/>
                <a:ea typeface="微软雅黑" panose="020B0503020204020204" pitchFamily="2" charset="-122"/>
                <a:sym typeface="微软雅黑" panose="020B0503020204020204" pitchFamily="2" charset="-122"/>
              </a:rPr>
              <a:t> </a:t>
            </a:r>
            <a:r>
              <a:rPr lang="zh-CN" altLang="en-US" sz="2800" b="1">
                <a:solidFill>
                  <a:schemeClr val="accent4"/>
                </a:solidFill>
                <a:latin typeface="微软雅黑" panose="020B0503020204020204" pitchFamily="2" charset="-122"/>
                <a:ea typeface="微软雅黑" panose="020B0503020204020204" pitchFamily="2" charset="-122"/>
                <a:sym typeface="微软雅黑" panose="020B0503020204020204" pitchFamily="2" charset="-122"/>
              </a:rPr>
              <a:t>综合评价方法及其应用</a:t>
            </a:r>
          </a:p>
        </p:txBody>
      </p:sp>
      <p:sp>
        <p:nvSpPr>
          <p:cNvPr id="10" name="TextBox 28"/>
          <p:cNvSpPr/>
          <p:nvPr/>
        </p:nvSpPr>
        <p:spPr>
          <a:xfrm>
            <a:off x="191770" y="168910"/>
            <a:ext cx="5167630" cy="583565"/>
          </a:xfrm>
          <a:prstGeom prst="rect">
            <a:avLst/>
          </a:prstGeom>
          <a:noFill/>
          <a:ln w="9525">
            <a:noFill/>
          </a:ln>
        </p:spPr>
        <p:txBody>
          <a:bodyPr wrap="square">
            <a:spAutoFit/>
            <a:scene3d>
              <a:camera prst="orthographicFront"/>
              <a:lightRig rig="threePt" dir="t"/>
            </a:scene3d>
          </a:bodyPr>
          <a:lstStyle/>
          <a:p>
            <a:pPr lvl="0"/>
            <a:r>
              <a:rPr lang="en-US" altLang="zh-CN" sz="3200" b="1">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5</a:t>
            </a:r>
            <a:r>
              <a:rPr lang="zh-CN" altLang="en-US" sz="3200" b="1">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  </a:t>
            </a:r>
            <a:r>
              <a:rPr sz="3200" b="1">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综合分析及Python评价</a:t>
            </a:r>
            <a:endParaRPr lang="zh-CN" altLang="en-US" sz="3200" b="1">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endParaRPr>
          </a:p>
        </p:txBody>
      </p:sp>
      <p:sp>
        <p:nvSpPr>
          <p:cNvPr id="6" name="文本框 5"/>
          <p:cNvSpPr txBox="1"/>
          <p:nvPr/>
        </p:nvSpPr>
        <p:spPr>
          <a:xfrm>
            <a:off x="407670" y="1182370"/>
            <a:ext cx="6096000" cy="521970"/>
          </a:xfrm>
          <a:prstGeom prst="rect">
            <a:avLst/>
          </a:prstGeom>
          <a:noFill/>
        </p:spPr>
        <p:txBody>
          <a:bodyPr wrap="square" rtlCol="0" anchor="t">
            <a:spAutoFit/>
          </a:bodyPr>
          <a:lstStyle/>
          <a:p>
            <a:r>
              <a:rPr lang="zh-CN" altLang="en-US" sz="2800" b="1">
                <a:solidFill>
                  <a:srgbClr val="C00000"/>
                </a:solidFill>
              </a:rPr>
              <a:t>5.4.</a:t>
            </a:r>
            <a:r>
              <a:rPr lang="en-US" altLang="zh-CN" sz="2800" b="1">
                <a:solidFill>
                  <a:srgbClr val="C00000"/>
                </a:solidFill>
              </a:rPr>
              <a:t>2</a:t>
            </a:r>
            <a:r>
              <a:rPr lang="zh-CN" altLang="en-US" sz="2800" b="1">
                <a:solidFill>
                  <a:srgbClr val="C00000"/>
                </a:solidFill>
              </a:rPr>
              <a:t> 层次分析法</a:t>
            </a:r>
          </a:p>
        </p:txBody>
      </p:sp>
      <p:pic>
        <p:nvPicPr>
          <p:cNvPr id="5" name="图片 4"/>
          <p:cNvPicPr>
            <a:picLocks noChangeAspect="1"/>
          </p:cNvPicPr>
          <p:nvPr/>
        </p:nvPicPr>
        <p:blipFill>
          <a:blip r:embed="rId3"/>
          <a:stretch>
            <a:fillRect/>
          </a:stretch>
        </p:blipFill>
        <p:spPr>
          <a:xfrm>
            <a:off x="1056005" y="1929130"/>
            <a:ext cx="8044180" cy="2033905"/>
          </a:xfrm>
          <a:prstGeom prst="rect">
            <a:avLst/>
          </a:prstGeom>
        </p:spPr>
      </p:pic>
      <p:pic>
        <p:nvPicPr>
          <p:cNvPr id="7" name="图片 6"/>
          <p:cNvPicPr>
            <a:picLocks noChangeAspect="1"/>
          </p:cNvPicPr>
          <p:nvPr/>
        </p:nvPicPr>
        <p:blipFill>
          <a:blip r:embed="rId4"/>
          <a:stretch>
            <a:fillRect/>
          </a:stretch>
        </p:blipFill>
        <p:spPr>
          <a:xfrm>
            <a:off x="292735" y="4364990"/>
            <a:ext cx="11868150" cy="914400"/>
          </a:xfrm>
          <a:prstGeom prst="rect">
            <a:avLst/>
          </a:prstGeom>
        </p:spPr>
      </p:pic>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ppt_x"/>
                                          </p:val>
                                        </p:tav>
                                        <p:tav tm="100000">
                                          <p:val>
                                            <p:strVal val="#ppt_x"/>
                                          </p:val>
                                        </p:tav>
                                      </p:tavLst>
                                    </p:anim>
                                    <p:anim calcmode="lin" valueType="num">
                                      <p:cBhvr additive="base">
                                        <p:cTn id="8" dur="500" fill="hold"/>
                                        <p:tgtEl>
                                          <p:spTgt spid="5"/>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7"/>
                                        </p:tgtEl>
                                        <p:attrNameLst>
                                          <p:attrName>style.visibility</p:attrName>
                                        </p:attrNameLst>
                                      </p:cBhvr>
                                      <p:to>
                                        <p:strVal val="visible"/>
                                      </p:to>
                                    </p:set>
                                    <p:anim calcmode="lin" valueType="num">
                                      <p:cBhvr additive="base">
                                        <p:cTn id="11" dur="500" fill="hold"/>
                                        <p:tgtEl>
                                          <p:spTgt spid="7"/>
                                        </p:tgtEl>
                                        <p:attrNameLst>
                                          <p:attrName>ppt_x</p:attrName>
                                        </p:attrNameLst>
                                      </p:cBhvr>
                                      <p:tavLst>
                                        <p:tav tm="0">
                                          <p:val>
                                            <p:strVal val="#ppt_x"/>
                                          </p:val>
                                        </p:tav>
                                        <p:tav tm="100000">
                                          <p:val>
                                            <p:strVal val="#ppt_x"/>
                                          </p:val>
                                        </p:tav>
                                      </p:tavLst>
                                    </p:anim>
                                    <p:anim calcmode="lin" valueType="num">
                                      <p:cBhvr additive="base">
                                        <p:cTn id="12" dur="500" fill="hold"/>
                                        <p:tgtEl>
                                          <p:spTgt spid="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直接连接符 29"/>
          <p:cNvSpPr/>
          <p:nvPr/>
        </p:nvSpPr>
        <p:spPr>
          <a:xfrm flipV="1">
            <a:off x="72708" y="948055"/>
            <a:ext cx="12045600" cy="9525"/>
          </a:xfrm>
          <a:prstGeom prst="line">
            <a:avLst/>
          </a:prstGeom>
          <a:ln w="136525" cap="sq" cmpd="sng">
            <a:solidFill>
              <a:srgbClr val="66CCFF"/>
            </a:solidFill>
            <a:prstDash val="solid"/>
            <a:miter/>
            <a:headEnd type="none" w="med" len="med"/>
            <a:tailEnd type="none" w="med" len="med"/>
          </a:ln>
        </p:spPr>
        <p:txBody>
          <a:bodyPr/>
          <a:lstStyle/>
          <a:p>
            <a:endParaRPr lang="zh-CN" altLang="en-US"/>
          </a:p>
        </p:txBody>
      </p:sp>
      <p:sp>
        <p:nvSpPr>
          <p:cNvPr id="4" name="右箭头 3"/>
          <p:cNvSpPr/>
          <p:nvPr/>
        </p:nvSpPr>
        <p:spPr>
          <a:xfrm>
            <a:off x="5231940" y="392430"/>
            <a:ext cx="504190" cy="167005"/>
          </a:xfrm>
          <a:prstGeom prst="rightArrow">
            <a:avLst/>
          </a:prstGeom>
          <a:solidFill>
            <a:schemeClr val="accent2">
              <a:lumMod val="40000"/>
              <a:lumOff val="60000"/>
            </a:schemeClr>
          </a:solidFill>
          <a:ln>
            <a:solidFill>
              <a:srgbClr val="7030A0"/>
            </a:solidFill>
          </a:ln>
        </p:spPr>
        <p:style>
          <a:lnRef idx="2">
            <a:schemeClr val="accent2">
              <a:shade val="50000"/>
            </a:schemeClr>
          </a:lnRef>
          <a:fillRef idx="1">
            <a:schemeClr val="accent2"/>
          </a:fillRef>
          <a:effectRef idx="0">
            <a:schemeClr val="accent2"/>
          </a:effectRef>
          <a:fontRef idx="minor">
            <a:schemeClr val="lt1"/>
          </a:fontRef>
        </p:style>
        <p:txBody>
          <a:bodyPr rtlCol="0" anchor="ctr">
            <a:scene3d>
              <a:camera prst="orthographicFront"/>
              <a:lightRig rig="threePt" dir="t"/>
            </a:scene3d>
          </a:bodyPr>
          <a:lstStyle/>
          <a:p>
            <a:pPr algn="ctr"/>
            <a:endParaRPr lang="zh-CN" altLang="en-US">
              <a:ln>
                <a:solidFill>
                  <a:sysClr val="windowText" lastClr="000000"/>
                </a:solidFill>
              </a:ln>
              <a:solidFill>
                <a:schemeClr val="accent6">
                  <a:lumMod val="60000"/>
                  <a:lumOff val="40000"/>
                </a:schemeClr>
              </a:solidFill>
              <a:effectLst/>
            </a:endParaRPr>
          </a:p>
        </p:txBody>
      </p:sp>
      <p:sp>
        <p:nvSpPr>
          <p:cNvPr id="13" name="TextBox 27"/>
          <p:cNvSpPr/>
          <p:nvPr/>
        </p:nvSpPr>
        <p:spPr>
          <a:xfrm>
            <a:off x="5951990" y="201295"/>
            <a:ext cx="6094730" cy="521970"/>
          </a:xfrm>
          <a:prstGeom prst="rect">
            <a:avLst/>
          </a:prstGeom>
          <a:noFill/>
          <a:ln w="9525">
            <a:noFill/>
          </a:ln>
        </p:spPr>
        <p:txBody>
          <a:bodyPr wrap="square">
            <a:spAutoFit/>
            <a:scene3d>
              <a:camera prst="orthographicFront"/>
              <a:lightRig rig="soft" dir="t">
                <a:rot lat="0" lon="0" rev="15600000"/>
              </a:lightRig>
            </a:scene3d>
            <a:sp3d extrusionH="57150" prstMaterial="softEdge">
              <a:bevelT w="25400" h="38100"/>
            </a:sp3d>
          </a:bodyPr>
          <a:lstStyle/>
          <a:p>
            <a:pPr lvl="0">
              <a:lnSpc>
                <a:spcPct val="100000"/>
              </a:lnSpc>
            </a:pPr>
            <a:r>
              <a:rPr lang="en-US" sz="2800" b="1" dirty="0">
                <a:solidFill>
                  <a:schemeClr val="accent4"/>
                </a:solidFill>
                <a:effectLst/>
                <a:latin typeface="微软雅黑" panose="020B0503020204020204" pitchFamily="2" charset="-122"/>
                <a:ea typeface="微软雅黑" panose="020B0503020204020204" pitchFamily="2" charset="-122"/>
                <a:sym typeface="微软雅黑" panose="020B0503020204020204" pitchFamily="2" charset="-122"/>
              </a:rPr>
              <a:t>5</a:t>
            </a:r>
            <a:r>
              <a:rPr lang="zh-CN" altLang="en-US" sz="2800" b="1" dirty="0">
                <a:solidFill>
                  <a:schemeClr val="accent4"/>
                </a:solidFill>
                <a:effectLst/>
                <a:latin typeface="微软雅黑" panose="020B0503020204020204" pitchFamily="2" charset="-122"/>
                <a:ea typeface="微软雅黑" panose="020B0503020204020204" pitchFamily="2" charset="-122"/>
                <a:sym typeface="微软雅黑" panose="020B0503020204020204" pitchFamily="2" charset="-122"/>
              </a:rPr>
              <a:t>.</a:t>
            </a:r>
            <a:r>
              <a:rPr lang="en-US" altLang="zh-CN" sz="2800" b="1">
                <a:solidFill>
                  <a:schemeClr val="accent4"/>
                </a:solidFill>
                <a:effectLst/>
                <a:latin typeface="微软雅黑" panose="020B0503020204020204" pitchFamily="2" charset="-122"/>
                <a:ea typeface="微软雅黑" panose="020B0503020204020204" pitchFamily="2" charset="-122"/>
                <a:sym typeface="微软雅黑" panose="020B0503020204020204" pitchFamily="2" charset="-122"/>
              </a:rPr>
              <a:t>4</a:t>
            </a:r>
            <a:r>
              <a:rPr lang="zh-CN" altLang="en-US" sz="2800" b="1">
                <a:solidFill>
                  <a:schemeClr val="accent4"/>
                </a:solidFill>
                <a:effectLst/>
                <a:latin typeface="微软雅黑" panose="020B0503020204020204" pitchFamily="2" charset="-122"/>
                <a:ea typeface="微软雅黑" panose="020B0503020204020204" pitchFamily="2" charset="-122"/>
                <a:sym typeface="微软雅黑" panose="020B0503020204020204" pitchFamily="2" charset="-122"/>
              </a:rPr>
              <a:t> </a:t>
            </a:r>
            <a:r>
              <a:rPr lang="zh-CN" altLang="en-US" sz="2800" b="1">
                <a:solidFill>
                  <a:schemeClr val="accent4"/>
                </a:solidFill>
                <a:latin typeface="微软雅黑" panose="020B0503020204020204" pitchFamily="2" charset="-122"/>
                <a:ea typeface="微软雅黑" panose="020B0503020204020204" pitchFamily="2" charset="-122"/>
                <a:sym typeface="微软雅黑" panose="020B0503020204020204" pitchFamily="2" charset="-122"/>
              </a:rPr>
              <a:t>综合评价方法及其应用</a:t>
            </a:r>
          </a:p>
        </p:txBody>
      </p:sp>
      <p:sp>
        <p:nvSpPr>
          <p:cNvPr id="10" name="TextBox 28"/>
          <p:cNvSpPr/>
          <p:nvPr/>
        </p:nvSpPr>
        <p:spPr>
          <a:xfrm>
            <a:off x="191770" y="168910"/>
            <a:ext cx="5167630" cy="583565"/>
          </a:xfrm>
          <a:prstGeom prst="rect">
            <a:avLst/>
          </a:prstGeom>
          <a:noFill/>
          <a:ln w="9525">
            <a:noFill/>
          </a:ln>
        </p:spPr>
        <p:txBody>
          <a:bodyPr wrap="square">
            <a:spAutoFit/>
            <a:scene3d>
              <a:camera prst="orthographicFront"/>
              <a:lightRig rig="threePt" dir="t"/>
            </a:scene3d>
          </a:bodyPr>
          <a:lstStyle/>
          <a:p>
            <a:pPr lvl="0"/>
            <a:r>
              <a:rPr lang="en-US" altLang="zh-CN" sz="3200" b="1">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5</a:t>
            </a:r>
            <a:r>
              <a:rPr lang="zh-CN" altLang="en-US" sz="3200" b="1">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  </a:t>
            </a:r>
            <a:r>
              <a:rPr sz="3200" b="1">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综合分析及Python评价</a:t>
            </a:r>
            <a:endParaRPr lang="zh-CN" altLang="en-US" sz="3200" b="1">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endParaRPr>
          </a:p>
        </p:txBody>
      </p:sp>
      <p:sp>
        <p:nvSpPr>
          <p:cNvPr id="6" name="文本框 5"/>
          <p:cNvSpPr txBox="1"/>
          <p:nvPr/>
        </p:nvSpPr>
        <p:spPr>
          <a:xfrm>
            <a:off x="407670" y="1182370"/>
            <a:ext cx="6096000" cy="521970"/>
          </a:xfrm>
          <a:prstGeom prst="rect">
            <a:avLst/>
          </a:prstGeom>
          <a:noFill/>
        </p:spPr>
        <p:txBody>
          <a:bodyPr wrap="square" rtlCol="0" anchor="t">
            <a:spAutoFit/>
          </a:bodyPr>
          <a:lstStyle/>
          <a:p>
            <a:r>
              <a:rPr lang="zh-CN" altLang="en-US" sz="2800" b="1">
                <a:solidFill>
                  <a:srgbClr val="C00000"/>
                </a:solidFill>
              </a:rPr>
              <a:t>5.4.</a:t>
            </a:r>
            <a:r>
              <a:rPr lang="en-US" altLang="zh-CN" sz="2800" b="1">
                <a:solidFill>
                  <a:srgbClr val="C00000"/>
                </a:solidFill>
              </a:rPr>
              <a:t>2</a:t>
            </a:r>
            <a:r>
              <a:rPr lang="zh-CN" altLang="en-US" sz="2800" b="1">
                <a:solidFill>
                  <a:srgbClr val="C00000"/>
                </a:solidFill>
              </a:rPr>
              <a:t> 层次分析法</a:t>
            </a:r>
          </a:p>
        </p:txBody>
      </p:sp>
      <p:pic>
        <p:nvPicPr>
          <p:cNvPr id="11" name="图片 10"/>
          <p:cNvPicPr>
            <a:picLocks noChangeAspect="1"/>
          </p:cNvPicPr>
          <p:nvPr/>
        </p:nvPicPr>
        <p:blipFill>
          <a:blip r:embed="rId3"/>
          <a:stretch>
            <a:fillRect/>
          </a:stretch>
        </p:blipFill>
        <p:spPr>
          <a:xfrm>
            <a:off x="480060" y="1845310"/>
            <a:ext cx="2724150" cy="586105"/>
          </a:xfrm>
          <a:prstGeom prst="rect">
            <a:avLst/>
          </a:prstGeom>
        </p:spPr>
      </p:pic>
      <p:pic>
        <p:nvPicPr>
          <p:cNvPr id="12" name="图片 11"/>
          <p:cNvPicPr>
            <a:picLocks noChangeAspect="1"/>
          </p:cNvPicPr>
          <p:nvPr/>
        </p:nvPicPr>
        <p:blipFill>
          <a:blip r:embed="rId4"/>
          <a:stretch>
            <a:fillRect/>
          </a:stretch>
        </p:blipFill>
        <p:spPr>
          <a:xfrm>
            <a:off x="363855" y="2515235"/>
            <a:ext cx="11682730" cy="1876425"/>
          </a:xfrm>
          <a:prstGeom prst="rect">
            <a:avLst/>
          </a:prstGeom>
        </p:spPr>
      </p:pic>
      <p:pic>
        <p:nvPicPr>
          <p:cNvPr id="14" name="图片 13"/>
          <p:cNvPicPr>
            <a:picLocks noChangeAspect="1"/>
          </p:cNvPicPr>
          <p:nvPr/>
        </p:nvPicPr>
        <p:blipFill>
          <a:blip r:embed="rId5"/>
          <a:stretch>
            <a:fillRect/>
          </a:stretch>
        </p:blipFill>
        <p:spPr>
          <a:xfrm>
            <a:off x="4367530" y="2133600"/>
            <a:ext cx="4569460" cy="4170045"/>
          </a:xfrm>
          <a:prstGeom prst="rect">
            <a:avLst/>
          </a:prstGeom>
        </p:spPr>
      </p:pic>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2"/>
                                        </p:tgtEl>
                                        <p:attrNameLst>
                                          <p:attrName>style.visibility</p:attrName>
                                        </p:attrNameLst>
                                      </p:cBhvr>
                                      <p:to>
                                        <p:strVal val="visible"/>
                                      </p:to>
                                    </p:set>
                                    <p:anim calcmode="lin" valueType="num">
                                      <p:cBhvr additive="base">
                                        <p:cTn id="7" dur="500" fill="hold"/>
                                        <p:tgtEl>
                                          <p:spTgt spid="12"/>
                                        </p:tgtEl>
                                        <p:attrNameLst>
                                          <p:attrName>ppt_x</p:attrName>
                                        </p:attrNameLst>
                                      </p:cBhvr>
                                      <p:tavLst>
                                        <p:tav tm="0">
                                          <p:val>
                                            <p:strVal val="#ppt_x"/>
                                          </p:val>
                                        </p:tav>
                                        <p:tav tm="100000">
                                          <p:val>
                                            <p:strVal val="#ppt_x"/>
                                          </p:val>
                                        </p:tav>
                                      </p:tavLst>
                                    </p:anim>
                                    <p:anim calcmode="lin" valueType="num">
                                      <p:cBhvr additive="base">
                                        <p:cTn id="8" dur="500" fill="hold"/>
                                        <p:tgtEl>
                                          <p:spTgt spid="1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14"/>
                                        </p:tgtEl>
                                        <p:attrNameLst>
                                          <p:attrName>style.visibility</p:attrName>
                                        </p:attrNameLst>
                                      </p:cBhvr>
                                      <p:to>
                                        <p:strVal val="visible"/>
                                      </p:to>
                                    </p:set>
                                    <p:anim calcmode="lin" valueType="num">
                                      <p:cBhvr additive="base">
                                        <p:cTn id="13" dur="500" fill="hold"/>
                                        <p:tgtEl>
                                          <p:spTgt spid="14"/>
                                        </p:tgtEl>
                                        <p:attrNameLst>
                                          <p:attrName>ppt_x</p:attrName>
                                        </p:attrNameLst>
                                      </p:cBhvr>
                                      <p:tavLst>
                                        <p:tav tm="0">
                                          <p:val>
                                            <p:strVal val="#ppt_x"/>
                                          </p:val>
                                        </p:tav>
                                        <p:tav tm="100000">
                                          <p:val>
                                            <p:strVal val="#ppt_x"/>
                                          </p:val>
                                        </p:tav>
                                      </p:tavLst>
                                    </p:anim>
                                    <p:anim calcmode="lin" valueType="num">
                                      <p:cBhvr additive="base">
                                        <p:cTn id="14" dur="500" fill="hold"/>
                                        <p:tgtEl>
                                          <p:spTgt spid="1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直接连接符 29"/>
          <p:cNvSpPr/>
          <p:nvPr/>
        </p:nvSpPr>
        <p:spPr>
          <a:xfrm flipV="1">
            <a:off x="72708" y="948055"/>
            <a:ext cx="12045600" cy="9525"/>
          </a:xfrm>
          <a:prstGeom prst="line">
            <a:avLst/>
          </a:prstGeom>
          <a:ln w="136525" cap="sq" cmpd="sng">
            <a:solidFill>
              <a:srgbClr val="66CCFF"/>
            </a:solidFill>
            <a:prstDash val="solid"/>
            <a:miter/>
            <a:headEnd type="none" w="med" len="med"/>
            <a:tailEnd type="none" w="med" len="med"/>
          </a:ln>
        </p:spPr>
        <p:txBody>
          <a:bodyPr/>
          <a:lstStyle/>
          <a:p>
            <a:endParaRPr lang="zh-CN" altLang="en-US"/>
          </a:p>
        </p:txBody>
      </p:sp>
      <p:sp>
        <p:nvSpPr>
          <p:cNvPr id="4" name="右箭头 3"/>
          <p:cNvSpPr/>
          <p:nvPr/>
        </p:nvSpPr>
        <p:spPr>
          <a:xfrm>
            <a:off x="5231940" y="392430"/>
            <a:ext cx="504190" cy="167005"/>
          </a:xfrm>
          <a:prstGeom prst="rightArrow">
            <a:avLst/>
          </a:prstGeom>
          <a:solidFill>
            <a:schemeClr val="accent2">
              <a:lumMod val="40000"/>
              <a:lumOff val="60000"/>
            </a:schemeClr>
          </a:solidFill>
          <a:ln>
            <a:solidFill>
              <a:srgbClr val="7030A0"/>
            </a:solidFill>
          </a:ln>
        </p:spPr>
        <p:style>
          <a:lnRef idx="2">
            <a:schemeClr val="accent2">
              <a:shade val="50000"/>
            </a:schemeClr>
          </a:lnRef>
          <a:fillRef idx="1">
            <a:schemeClr val="accent2"/>
          </a:fillRef>
          <a:effectRef idx="0">
            <a:schemeClr val="accent2"/>
          </a:effectRef>
          <a:fontRef idx="minor">
            <a:schemeClr val="lt1"/>
          </a:fontRef>
        </p:style>
        <p:txBody>
          <a:bodyPr rtlCol="0" anchor="ctr">
            <a:scene3d>
              <a:camera prst="orthographicFront"/>
              <a:lightRig rig="threePt" dir="t"/>
            </a:scene3d>
          </a:bodyPr>
          <a:lstStyle/>
          <a:p>
            <a:pPr algn="ctr"/>
            <a:endParaRPr lang="zh-CN" altLang="en-US">
              <a:ln>
                <a:solidFill>
                  <a:sysClr val="windowText" lastClr="000000"/>
                </a:solidFill>
              </a:ln>
              <a:solidFill>
                <a:schemeClr val="accent6">
                  <a:lumMod val="60000"/>
                  <a:lumOff val="40000"/>
                </a:schemeClr>
              </a:solidFill>
              <a:effectLst/>
            </a:endParaRPr>
          </a:p>
        </p:txBody>
      </p:sp>
      <p:sp>
        <p:nvSpPr>
          <p:cNvPr id="13" name="TextBox 27"/>
          <p:cNvSpPr/>
          <p:nvPr/>
        </p:nvSpPr>
        <p:spPr>
          <a:xfrm>
            <a:off x="5951990" y="201295"/>
            <a:ext cx="6094730" cy="521970"/>
          </a:xfrm>
          <a:prstGeom prst="rect">
            <a:avLst/>
          </a:prstGeom>
          <a:noFill/>
          <a:ln w="9525">
            <a:noFill/>
          </a:ln>
        </p:spPr>
        <p:txBody>
          <a:bodyPr wrap="square">
            <a:spAutoFit/>
            <a:scene3d>
              <a:camera prst="orthographicFront"/>
              <a:lightRig rig="soft" dir="t">
                <a:rot lat="0" lon="0" rev="15600000"/>
              </a:lightRig>
            </a:scene3d>
            <a:sp3d extrusionH="57150" prstMaterial="softEdge">
              <a:bevelT w="25400" h="38100"/>
            </a:sp3d>
          </a:bodyPr>
          <a:lstStyle/>
          <a:p>
            <a:pPr lvl="0">
              <a:lnSpc>
                <a:spcPct val="100000"/>
              </a:lnSpc>
            </a:pPr>
            <a:r>
              <a:rPr lang="en-US" sz="2800" b="1" dirty="0">
                <a:solidFill>
                  <a:schemeClr val="accent4"/>
                </a:solidFill>
                <a:effectLst/>
                <a:latin typeface="微软雅黑" panose="020B0503020204020204" pitchFamily="2" charset="-122"/>
                <a:ea typeface="微软雅黑" panose="020B0503020204020204" pitchFamily="2" charset="-122"/>
                <a:sym typeface="微软雅黑" panose="020B0503020204020204" pitchFamily="2" charset="-122"/>
              </a:rPr>
              <a:t>5</a:t>
            </a:r>
            <a:r>
              <a:rPr lang="zh-CN" altLang="en-US" sz="2800" b="1" dirty="0">
                <a:solidFill>
                  <a:schemeClr val="accent4"/>
                </a:solidFill>
                <a:effectLst/>
                <a:latin typeface="微软雅黑" panose="020B0503020204020204" pitchFamily="2" charset="-122"/>
                <a:ea typeface="微软雅黑" panose="020B0503020204020204" pitchFamily="2" charset="-122"/>
                <a:sym typeface="微软雅黑" panose="020B0503020204020204" pitchFamily="2" charset="-122"/>
              </a:rPr>
              <a:t>.</a:t>
            </a:r>
            <a:r>
              <a:rPr lang="en-US" altLang="zh-CN" sz="2800" b="1">
                <a:solidFill>
                  <a:schemeClr val="accent4"/>
                </a:solidFill>
                <a:effectLst/>
                <a:latin typeface="微软雅黑" panose="020B0503020204020204" pitchFamily="2" charset="-122"/>
                <a:ea typeface="微软雅黑" panose="020B0503020204020204" pitchFamily="2" charset="-122"/>
                <a:sym typeface="微软雅黑" panose="020B0503020204020204" pitchFamily="2" charset="-122"/>
              </a:rPr>
              <a:t>4</a:t>
            </a:r>
            <a:r>
              <a:rPr lang="zh-CN" altLang="en-US" sz="2800" b="1">
                <a:solidFill>
                  <a:schemeClr val="accent4"/>
                </a:solidFill>
                <a:effectLst/>
                <a:latin typeface="微软雅黑" panose="020B0503020204020204" pitchFamily="2" charset="-122"/>
                <a:ea typeface="微软雅黑" panose="020B0503020204020204" pitchFamily="2" charset="-122"/>
                <a:sym typeface="微软雅黑" panose="020B0503020204020204" pitchFamily="2" charset="-122"/>
              </a:rPr>
              <a:t> </a:t>
            </a:r>
            <a:r>
              <a:rPr lang="zh-CN" altLang="en-US" sz="2800" b="1">
                <a:solidFill>
                  <a:schemeClr val="accent4"/>
                </a:solidFill>
                <a:latin typeface="微软雅黑" panose="020B0503020204020204" pitchFamily="2" charset="-122"/>
                <a:ea typeface="微软雅黑" panose="020B0503020204020204" pitchFamily="2" charset="-122"/>
                <a:sym typeface="微软雅黑" panose="020B0503020204020204" pitchFamily="2" charset="-122"/>
              </a:rPr>
              <a:t>综合评价方法及其应用</a:t>
            </a:r>
          </a:p>
        </p:txBody>
      </p:sp>
      <p:sp>
        <p:nvSpPr>
          <p:cNvPr id="10" name="TextBox 28"/>
          <p:cNvSpPr/>
          <p:nvPr/>
        </p:nvSpPr>
        <p:spPr>
          <a:xfrm>
            <a:off x="191770" y="168910"/>
            <a:ext cx="5167630" cy="583565"/>
          </a:xfrm>
          <a:prstGeom prst="rect">
            <a:avLst/>
          </a:prstGeom>
          <a:noFill/>
          <a:ln w="9525">
            <a:noFill/>
          </a:ln>
        </p:spPr>
        <p:txBody>
          <a:bodyPr wrap="square">
            <a:spAutoFit/>
            <a:scene3d>
              <a:camera prst="orthographicFront"/>
              <a:lightRig rig="threePt" dir="t"/>
            </a:scene3d>
          </a:bodyPr>
          <a:lstStyle/>
          <a:p>
            <a:pPr lvl="0"/>
            <a:r>
              <a:rPr lang="en-US" altLang="zh-CN" sz="3200" b="1">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5</a:t>
            </a:r>
            <a:r>
              <a:rPr lang="zh-CN" altLang="en-US" sz="3200" b="1">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  </a:t>
            </a:r>
            <a:r>
              <a:rPr sz="3200" b="1">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综合分析及Python评价</a:t>
            </a:r>
            <a:endParaRPr lang="zh-CN" altLang="en-US" sz="3200" b="1">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endParaRPr>
          </a:p>
        </p:txBody>
      </p:sp>
      <p:sp>
        <p:nvSpPr>
          <p:cNvPr id="6" name="文本框 5"/>
          <p:cNvSpPr txBox="1"/>
          <p:nvPr/>
        </p:nvSpPr>
        <p:spPr>
          <a:xfrm>
            <a:off x="407670" y="1182370"/>
            <a:ext cx="6096000" cy="521970"/>
          </a:xfrm>
          <a:prstGeom prst="rect">
            <a:avLst/>
          </a:prstGeom>
          <a:noFill/>
        </p:spPr>
        <p:txBody>
          <a:bodyPr wrap="square" rtlCol="0" anchor="t">
            <a:spAutoFit/>
          </a:bodyPr>
          <a:lstStyle/>
          <a:p>
            <a:r>
              <a:rPr lang="zh-CN" altLang="en-US" sz="2800" b="1">
                <a:solidFill>
                  <a:srgbClr val="C00000"/>
                </a:solidFill>
              </a:rPr>
              <a:t>5.4.</a:t>
            </a:r>
            <a:r>
              <a:rPr lang="en-US" altLang="zh-CN" sz="2800" b="1">
                <a:solidFill>
                  <a:srgbClr val="C00000"/>
                </a:solidFill>
              </a:rPr>
              <a:t>2</a:t>
            </a:r>
            <a:r>
              <a:rPr lang="zh-CN" altLang="en-US" sz="2800" b="1">
                <a:solidFill>
                  <a:srgbClr val="C00000"/>
                </a:solidFill>
              </a:rPr>
              <a:t> 层次分析法</a:t>
            </a:r>
          </a:p>
        </p:txBody>
      </p:sp>
      <p:pic>
        <p:nvPicPr>
          <p:cNvPr id="11" name="图片 10"/>
          <p:cNvPicPr>
            <a:picLocks noChangeAspect="1"/>
          </p:cNvPicPr>
          <p:nvPr/>
        </p:nvPicPr>
        <p:blipFill>
          <a:blip r:embed="rId3"/>
          <a:stretch>
            <a:fillRect/>
          </a:stretch>
        </p:blipFill>
        <p:spPr>
          <a:xfrm>
            <a:off x="480060" y="1845310"/>
            <a:ext cx="2724150" cy="586105"/>
          </a:xfrm>
          <a:prstGeom prst="rect">
            <a:avLst/>
          </a:prstGeom>
        </p:spPr>
      </p:pic>
      <p:pic>
        <p:nvPicPr>
          <p:cNvPr id="5" name="图片 4"/>
          <p:cNvPicPr>
            <a:picLocks noChangeAspect="1"/>
          </p:cNvPicPr>
          <p:nvPr/>
        </p:nvPicPr>
        <p:blipFill>
          <a:blip r:embed="rId4"/>
          <a:stretch>
            <a:fillRect/>
          </a:stretch>
        </p:blipFill>
        <p:spPr>
          <a:xfrm>
            <a:off x="407670" y="2564765"/>
            <a:ext cx="11701780" cy="1100455"/>
          </a:xfrm>
          <a:prstGeom prst="rect">
            <a:avLst/>
          </a:prstGeom>
        </p:spPr>
      </p:pic>
      <p:pic>
        <p:nvPicPr>
          <p:cNvPr id="7" name="图片 6"/>
          <p:cNvPicPr>
            <a:picLocks noChangeAspect="1"/>
          </p:cNvPicPr>
          <p:nvPr/>
        </p:nvPicPr>
        <p:blipFill>
          <a:blip r:embed="rId5"/>
          <a:stretch>
            <a:fillRect/>
          </a:stretch>
        </p:blipFill>
        <p:spPr>
          <a:xfrm>
            <a:off x="2423795" y="2276475"/>
            <a:ext cx="6343650" cy="3829050"/>
          </a:xfrm>
          <a:prstGeom prst="rect">
            <a:avLst/>
          </a:prstGeom>
        </p:spPr>
      </p:pic>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nodeType="with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ppt_x"/>
                                          </p:val>
                                        </p:tav>
                                        <p:tav tm="100000">
                                          <p:val>
                                            <p:strVal val="#ppt_x"/>
                                          </p:val>
                                        </p:tav>
                                      </p:tavLst>
                                    </p:anim>
                                    <p:anim calcmode="lin" valueType="num">
                                      <p:cBhvr additive="base">
                                        <p:cTn id="8"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7"/>
                                        </p:tgtEl>
                                        <p:attrNameLst>
                                          <p:attrName>style.visibility</p:attrName>
                                        </p:attrNameLst>
                                      </p:cBhvr>
                                      <p:to>
                                        <p:strVal val="visible"/>
                                      </p:to>
                                    </p:set>
                                    <p:anim calcmode="lin" valueType="num">
                                      <p:cBhvr additive="base">
                                        <p:cTn id="13" dur="500" fill="hold"/>
                                        <p:tgtEl>
                                          <p:spTgt spid="7"/>
                                        </p:tgtEl>
                                        <p:attrNameLst>
                                          <p:attrName>ppt_x</p:attrName>
                                        </p:attrNameLst>
                                      </p:cBhvr>
                                      <p:tavLst>
                                        <p:tav tm="0">
                                          <p:val>
                                            <p:strVal val="#ppt_x"/>
                                          </p:val>
                                        </p:tav>
                                        <p:tav tm="100000">
                                          <p:val>
                                            <p:strVal val="#ppt_x"/>
                                          </p:val>
                                        </p:tav>
                                      </p:tavLst>
                                    </p:anim>
                                    <p:anim calcmode="lin" valueType="num">
                                      <p:cBhvr additive="base">
                                        <p:cTn id="14" dur="500" fill="hold"/>
                                        <p:tgtEl>
                                          <p:spTgt spid="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直接连接符 29"/>
          <p:cNvSpPr/>
          <p:nvPr/>
        </p:nvSpPr>
        <p:spPr>
          <a:xfrm flipV="1">
            <a:off x="72708" y="948055"/>
            <a:ext cx="12045600" cy="9525"/>
          </a:xfrm>
          <a:prstGeom prst="line">
            <a:avLst/>
          </a:prstGeom>
          <a:ln w="136525" cap="sq" cmpd="sng">
            <a:solidFill>
              <a:srgbClr val="66CCFF"/>
            </a:solidFill>
            <a:prstDash val="solid"/>
            <a:miter/>
            <a:headEnd type="none" w="med" len="med"/>
            <a:tailEnd type="none" w="med" len="med"/>
          </a:ln>
        </p:spPr>
        <p:txBody>
          <a:bodyPr/>
          <a:lstStyle/>
          <a:p>
            <a:endParaRPr lang="zh-CN" altLang="en-US"/>
          </a:p>
        </p:txBody>
      </p:sp>
      <p:sp>
        <p:nvSpPr>
          <p:cNvPr id="4" name="右箭头 3"/>
          <p:cNvSpPr/>
          <p:nvPr/>
        </p:nvSpPr>
        <p:spPr>
          <a:xfrm>
            <a:off x="5231940" y="392430"/>
            <a:ext cx="504190" cy="167005"/>
          </a:xfrm>
          <a:prstGeom prst="rightArrow">
            <a:avLst/>
          </a:prstGeom>
          <a:solidFill>
            <a:schemeClr val="accent2">
              <a:lumMod val="40000"/>
              <a:lumOff val="60000"/>
            </a:schemeClr>
          </a:solidFill>
          <a:ln>
            <a:solidFill>
              <a:srgbClr val="7030A0"/>
            </a:solidFill>
          </a:ln>
        </p:spPr>
        <p:style>
          <a:lnRef idx="2">
            <a:schemeClr val="accent2">
              <a:shade val="50000"/>
            </a:schemeClr>
          </a:lnRef>
          <a:fillRef idx="1">
            <a:schemeClr val="accent2"/>
          </a:fillRef>
          <a:effectRef idx="0">
            <a:schemeClr val="accent2"/>
          </a:effectRef>
          <a:fontRef idx="minor">
            <a:schemeClr val="lt1"/>
          </a:fontRef>
        </p:style>
        <p:txBody>
          <a:bodyPr rtlCol="0" anchor="ctr">
            <a:scene3d>
              <a:camera prst="orthographicFront"/>
              <a:lightRig rig="threePt" dir="t"/>
            </a:scene3d>
          </a:bodyPr>
          <a:lstStyle/>
          <a:p>
            <a:pPr algn="ctr"/>
            <a:endParaRPr lang="zh-CN" altLang="en-US">
              <a:ln>
                <a:solidFill>
                  <a:sysClr val="windowText" lastClr="000000"/>
                </a:solidFill>
              </a:ln>
              <a:solidFill>
                <a:schemeClr val="accent6">
                  <a:lumMod val="60000"/>
                  <a:lumOff val="40000"/>
                </a:schemeClr>
              </a:solidFill>
              <a:effectLst/>
            </a:endParaRPr>
          </a:p>
        </p:txBody>
      </p:sp>
      <p:sp>
        <p:nvSpPr>
          <p:cNvPr id="13" name="TextBox 27"/>
          <p:cNvSpPr/>
          <p:nvPr/>
        </p:nvSpPr>
        <p:spPr>
          <a:xfrm>
            <a:off x="5951990" y="201295"/>
            <a:ext cx="6094730" cy="521970"/>
          </a:xfrm>
          <a:prstGeom prst="rect">
            <a:avLst/>
          </a:prstGeom>
          <a:noFill/>
          <a:ln w="9525">
            <a:noFill/>
          </a:ln>
        </p:spPr>
        <p:txBody>
          <a:bodyPr wrap="square">
            <a:spAutoFit/>
            <a:scene3d>
              <a:camera prst="orthographicFront"/>
              <a:lightRig rig="soft" dir="t">
                <a:rot lat="0" lon="0" rev="15600000"/>
              </a:lightRig>
            </a:scene3d>
            <a:sp3d extrusionH="57150" prstMaterial="softEdge">
              <a:bevelT w="25400" h="38100"/>
            </a:sp3d>
          </a:bodyPr>
          <a:lstStyle/>
          <a:p>
            <a:pPr lvl="0">
              <a:lnSpc>
                <a:spcPct val="100000"/>
              </a:lnSpc>
            </a:pPr>
            <a:r>
              <a:rPr lang="en-US" sz="2800" b="1" dirty="0">
                <a:solidFill>
                  <a:schemeClr val="accent4"/>
                </a:solidFill>
                <a:effectLst/>
                <a:latin typeface="微软雅黑" panose="020B0503020204020204" pitchFamily="2" charset="-122"/>
                <a:ea typeface="微软雅黑" panose="020B0503020204020204" pitchFamily="2" charset="-122"/>
                <a:sym typeface="微软雅黑" panose="020B0503020204020204" pitchFamily="2" charset="-122"/>
              </a:rPr>
              <a:t>5</a:t>
            </a:r>
            <a:r>
              <a:rPr lang="zh-CN" altLang="en-US" sz="2800" b="1" dirty="0">
                <a:solidFill>
                  <a:schemeClr val="accent4"/>
                </a:solidFill>
                <a:effectLst/>
                <a:latin typeface="微软雅黑" panose="020B0503020204020204" pitchFamily="2" charset="-122"/>
                <a:ea typeface="微软雅黑" panose="020B0503020204020204" pitchFamily="2" charset="-122"/>
                <a:sym typeface="微软雅黑" panose="020B0503020204020204" pitchFamily="2" charset="-122"/>
              </a:rPr>
              <a:t>.</a:t>
            </a:r>
            <a:r>
              <a:rPr lang="en-US" altLang="zh-CN" sz="2800" b="1">
                <a:solidFill>
                  <a:schemeClr val="accent4"/>
                </a:solidFill>
                <a:effectLst/>
                <a:latin typeface="微软雅黑" panose="020B0503020204020204" pitchFamily="2" charset="-122"/>
                <a:ea typeface="微软雅黑" panose="020B0503020204020204" pitchFamily="2" charset="-122"/>
                <a:sym typeface="微软雅黑" panose="020B0503020204020204" pitchFamily="2" charset="-122"/>
              </a:rPr>
              <a:t>4</a:t>
            </a:r>
            <a:r>
              <a:rPr lang="zh-CN" altLang="en-US" sz="2800" b="1">
                <a:solidFill>
                  <a:schemeClr val="accent4"/>
                </a:solidFill>
                <a:effectLst/>
                <a:latin typeface="微软雅黑" panose="020B0503020204020204" pitchFamily="2" charset="-122"/>
                <a:ea typeface="微软雅黑" panose="020B0503020204020204" pitchFamily="2" charset="-122"/>
                <a:sym typeface="微软雅黑" panose="020B0503020204020204" pitchFamily="2" charset="-122"/>
              </a:rPr>
              <a:t> </a:t>
            </a:r>
            <a:r>
              <a:rPr lang="zh-CN" altLang="en-US" sz="2800" b="1">
                <a:solidFill>
                  <a:schemeClr val="accent4"/>
                </a:solidFill>
                <a:latin typeface="微软雅黑" panose="020B0503020204020204" pitchFamily="2" charset="-122"/>
                <a:ea typeface="微软雅黑" panose="020B0503020204020204" pitchFamily="2" charset="-122"/>
                <a:sym typeface="微软雅黑" panose="020B0503020204020204" pitchFamily="2" charset="-122"/>
              </a:rPr>
              <a:t>综合评价方法及其应用</a:t>
            </a:r>
          </a:p>
        </p:txBody>
      </p:sp>
      <p:sp>
        <p:nvSpPr>
          <p:cNvPr id="10" name="TextBox 28"/>
          <p:cNvSpPr/>
          <p:nvPr/>
        </p:nvSpPr>
        <p:spPr>
          <a:xfrm>
            <a:off x="191770" y="168910"/>
            <a:ext cx="5167630" cy="583565"/>
          </a:xfrm>
          <a:prstGeom prst="rect">
            <a:avLst/>
          </a:prstGeom>
          <a:noFill/>
          <a:ln w="9525">
            <a:noFill/>
          </a:ln>
        </p:spPr>
        <p:txBody>
          <a:bodyPr wrap="square">
            <a:spAutoFit/>
            <a:scene3d>
              <a:camera prst="orthographicFront"/>
              <a:lightRig rig="threePt" dir="t"/>
            </a:scene3d>
          </a:bodyPr>
          <a:lstStyle/>
          <a:p>
            <a:pPr lvl="0"/>
            <a:r>
              <a:rPr lang="en-US" altLang="zh-CN" sz="3200" b="1">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5</a:t>
            </a:r>
            <a:r>
              <a:rPr lang="zh-CN" altLang="en-US" sz="3200" b="1">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  </a:t>
            </a:r>
            <a:r>
              <a:rPr sz="3200" b="1">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rPr>
              <a:t>综合分析及Python评价</a:t>
            </a:r>
            <a:endParaRPr lang="zh-CN" altLang="en-US" sz="3200" b="1">
              <a:solidFill>
                <a:schemeClr val="accent1"/>
              </a:solidFill>
              <a:effectLst>
                <a:outerShdw blurRad="38100" dist="25400" dir="5400000" algn="ctr" rotWithShape="0">
                  <a:srgbClr val="6E747A">
                    <a:alpha val="43000"/>
                  </a:srgbClr>
                </a:outerShdw>
              </a:effectLst>
              <a:latin typeface="微软雅黑" panose="020B0503020204020204" pitchFamily="2" charset="-122"/>
              <a:ea typeface="微软雅黑" panose="020B0503020204020204" pitchFamily="2" charset="-122"/>
              <a:sym typeface="微软雅黑" panose="020B0503020204020204" pitchFamily="2" charset="-122"/>
            </a:endParaRPr>
          </a:p>
        </p:txBody>
      </p:sp>
      <p:sp>
        <p:nvSpPr>
          <p:cNvPr id="6" name="文本框 5"/>
          <p:cNvSpPr txBox="1"/>
          <p:nvPr/>
        </p:nvSpPr>
        <p:spPr>
          <a:xfrm>
            <a:off x="407670" y="1182370"/>
            <a:ext cx="6096000" cy="521970"/>
          </a:xfrm>
          <a:prstGeom prst="rect">
            <a:avLst/>
          </a:prstGeom>
          <a:noFill/>
        </p:spPr>
        <p:txBody>
          <a:bodyPr wrap="square" rtlCol="0" anchor="t">
            <a:spAutoFit/>
          </a:bodyPr>
          <a:lstStyle/>
          <a:p>
            <a:r>
              <a:rPr lang="zh-CN" altLang="en-US" sz="2800" b="1">
                <a:solidFill>
                  <a:srgbClr val="C00000"/>
                </a:solidFill>
              </a:rPr>
              <a:t>5.4.</a:t>
            </a:r>
            <a:r>
              <a:rPr lang="en-US" altLang="zh-CN" sz="2800" b="1">
                <a:solidFill>
                  <a:srgbClr val="C00000"/>
                </a:solidFill>
              </a:rPr>
              <a:t>2</a:t>
            </a:r>
            <a:r>
              <a:rPr lang="zh-CN" altLang="en-US" sz="2800" b="1">
                <a:solidFill>
                  <a:srgbClr val="C00000"/>
                </a:solidFill>
              </a:rPr>
              <a:t> 层次分析法</a:t>
            </a:r>
          </a:p>
        </p:txBody>
      </p:sp>
      <p:pic>
        <p:nvPicPr>
          <p:cNvPr id="11" name="图片 10"/>
          <p:cNvPicPr>
            <a:picLocks noChangeAspect="1"/>
          </p:cNvPicPr>
          <p:nvPr/>
        </p:nvPicPr>
        <p:blipFill>
          <a:blip r:embed="rId3"/>
          <a:stretch>
            <a:fillRect/>
          </a:stretch>
        </p:blipFill>
        <p:spPr>
          <a:xfrm>
            <a:off x="480060" y="1845310"/>
            <a:ext cx="2724150" cy="586105"/>
          </a:xfrm>
          <a:prstGeom prst="rect">
            <a:avLst/>
          </a:prstGeom>
        </p:spPr>
      </p:pic>
      <p:pic>
        <p:nvPicPr>
          <p:cNvPr id="8" name="图片 7"/>
          <p:cNvPicPr>
            <a:picLocks noChangeAspect="1"/>
          </p:cNvPicPr>
          <p:nvPr/>
        </p:nvPicPr>
        <p:blipFill>
          <a:blip r:embed="rId4"/>
          <a:stretch>
            <a:fillRect/>
          </a:stretch>
        </p:blipFill>
        <p:spPr>
          <a:xfrm>
            <a:off x="450215" y="2572385"/>
            <a:ext cx="11668125" cy="1452880"/>
          </a:xfrm>
          <a:prstGeom prst="rect">
            <a:avLst/>
          </a:prstGeom>
        </p:spPr>
      </p:pic>
      <p:pic>
        <p:nvPicPr>
          <p:cNvPr id="15" name="图片 14"/>
          <p:cNvPicPr>
            <a:picLocks noChangeAspect="1"/>
          </p:cNvPicPr>
          <p:nvPr/>
        </p:nvPicPr>
        <p:blipFill>
          <a:blip r:embed="rId5"/>
          <a:stretch>
            <a:fillRect/>
          </a:stretch>
        </p:blipFill>
        <p:spPr>
          <a:xfrm>
            <a:off x="1200150" y="2348865"/>
            <a:ext cx="8939530" cy="4333875"/>
          </a:xfrm>
          <a:prstGeom prst="rect">
            <a:avLst/>
          </a:prstGeom>
        </p:spPr>
      </p:pic>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nodeType="with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additive="base">
                                        <p:cTn id="7" dur="500" fill="hold"/>
                                        <p:tgtEl>
                                          <p:spTgt spid="8"/>
                                        </p:tgtEl>
                                        <p:attrNameLst>
                                          <p:attrName>ppt_x</p:attrName>
                                        </p:attrNameLst>
                                      </p:cBhvr>
                                      <p:tavLst>
                                        <p:tav tm="0">
                                          <p:val>
                                            <p:strVal val="#ppt_x"/>
                                          </p:val>
                                        </p:tav>
                                        <p:tav tm="100000">
                                          <p:val>
                                            <p:strVal val="#ppt_x"/>
                                          </p:val>
                                        </p:tav>
                                      </p:tavLst>
                                    </p:anim>
                                    <p:anim calcmode="lin" valueType="num">
                                      <p:cBhvr additive="base">
                                        <p:cTn id="8" dur="500" fill="hold"/>
                                        <p:tgtEl>
                                          <p:spTgt spid="8"/>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15"/>
                                        </p:tgtEl>
                                        <p:attrNameLst>
                                          <p:attrName>style.visibility</p:attrName>
                                        </p:attrNameLst>
                                      </p:cBhvr>
                                      <p:to>
                                        <p:strVal val="visible"/>
                                      </p:to>
                                    </p:set>
                                    <p:anim calcmode="lin" valueType="num">
                                      <p:cBhvr additive="base">
                                        <p:cTn id="13" dur="500" fill="hold"/>
                                        <p:tgtEl>
                                          <p:spTgt spid="15"/>
                                        </p:tgtEl>
                                        <p:attrNameLst>
                                          <p:attrName>ppt_x</p:attrName>
                                        </p:attrNameLst>
                                      </p:cBhvr>
                                      <p:tavLst>
                                        <p:tav tm="0">
                                          <p:val>
                                            <p:strVal val="#ppt_x"/>
                                          </p:val>
                                        </p:tav>
                                        <p:tav tm="100000">
                                          <p:val>
                                            <p:strVal val="#ppt_x"/>
                                          </p:val>
                                        </p:tav>
                                      </p:tavLst>
                                    </p:anim>
                                    <p:anim calcmode="lin" valueType="num">
                                      <p:cBhvr additive="base">
                                        <p:cTn id="14" dur="500" fill="hold"/>
                                        <p:tgtEl>
                                          <p:spTgt spid="1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图片 8"/>
          <p:cNvPicPr>
            <a:picLocks noChangeAspect="1"/>
          </p:cNvPicPr>
          <p:nvPr/>
        </p:nvPicPr>
        <p:blipFill>
          <a:blip r:embed="rId4"/>
          <a:stretch>
            <a:fillRect/>
          </a:stretch>
        </p:blipFill>
        <p:spPr>
          <a:xfrm>
            <a:off x="767715" y="189230"/>
            <a:ext cx="9977755" cy="695325"/>
          </a:xfrm>
          <a:prstGeom prst="rect">
            <a:avLst/>
          </a:prstGeom>
        </p:spPr>
      </p:pic>
      <p:sp>
        <p:nvSpPr>
          <p:cNvPr id="20" name="矩形 6"/>
          <p:cNvSpPr/>
          <p:nvPr>
            <p:custDataLst>
              <p:tags r:id="rId1"/>
            </p:custDataLst>
          </p:nvPr>
        </p:nvSpPr>
        <p:spPr>
          <a:xfrm>
            <a:off x="335915" y="1090295"/>
            <a:ext cx="177165" cy="5459730"/>
          </a:xfrm>
          <a:prstGeom prst="rect">
            <a:avLst/>
          </a:prstGeom>
          <a:noFill/>
          <a:ln w="9525">
            <a:noFill/>
          </a:ln>
        </p:spPr>
        <p:txBody>
          <a:bodyPr wrap="square">
            <a:noAutofit/>
          </a:bodyPr>
          <a:lstStyle/>
          <a:p>
            <a:pPr lvl="0" algn="just"/>
            <a:r>
              <a:rPr lang="zh-CN" altLang="en-US" sz="2800" b="1">
                <a:solidFill>
                  <a:srgbClr val="C00000"/>
                </a:solidFill>
                <a:cs typeface="+mn-ea"/>
                <a:sym typeface="微软雅黑" panose="020B0503020204020204" pitchFamily="2" charset="-122"/>
              </a:rPr>
              <a:t>两种评价计算方法结果比较</a:t>
            </a:r>
          </a:p>
        </p:txBody>
      </p:sp>
      <p:pic>
        <p:nvPicPr>
          <p:cNvPr id="22" name="图片 21"/>
          <p:cNvPicPr>
            <a:picLocks noChangeAspect="1"/>
          </p:cNvPicPr>
          <p:nvPr/>
        </p:nvPicPr>
        <p:blipFill>
          <a:blip r:embed="rId5"/>
          <a:stretch>
            <a:fillRect/>
          </a:stretch>
        </p:blipFill>
        <p:spPr>
          <a:xfrm>
            <a:off x="767715" y="1196975"/>
            <a:ext cx="6724650" cy="4538980"/>
          </a:xfrm>
          <a:prstGeom prst="rect">
            <a:avLst/>
          </a:prstGeom>
        </p:spPr>
      </p:pic>
      <p:pic>
        <p:nvPicPr>
          <p:cNvPr id="23" name="图片 22"/>
          <p:cNvPicPr>
            <a:picLocks noChangeAspect="1"/>
          </p:cNvPicPr>
          <p:nvPr/>
        </p:nvPicPr>
        <p:blipFill>
          <a:blip r:embed="rId6"/>
          <a:stretch>
            <a:fillRect/>
          </a:stretch>
        </p:blipFill>
        <p:spPr>
          <a:xfrm>
            <a:off x="7104380" y="1125220"/>
            <a:ext cx="5158105" cy="5495925"/>
          </a:xfrm>
          <a:prstGeom prst="rect">
            <a:avLst/>
          </a:prstGeom>
        </p:spPr>
      </p:pic>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additive="base">
                                        <p:cTn id="7" dur="500" fill="hold"/>
                                        <p:tgtEl>
                                          <p:spTgt spid="9"/>
                                        </p:tgtEl>
                                        <p:attrNameLst>
                                          <p:attrName>ppt_x</p:attrName>
                                        </p:attrNameLst>
                                      </p:cBhvr>
                                      <p:tavLst>
                                        <p:tav tm="0">
                                          <p:val>
                                            <p:strVal val="#ppt_x"/>
                                          </p:val>
                                        </p:tav>
                                        <p:tav tm="100000">
                                          <p:val>
                                            <p:strVal val="#ppt_x"/>
                                          </p:val>
                                        </p:tav>
                                      </p:tavLst>
                                    </p:anim>
                                    <p:anim calcmode="lin" valueType="num">
                                      <p:cBhvr additive="base">
                                        <p:cTn id="8" dur="500" fill="hold"/>
                                        <p:tgtEl>
                                          <p:spTgt spid="9"/>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22"/>
                                        </p:tgtEl>
                                        <p:attrNameLst>
                                          <p:attrName>style.visibility</p:attrName>
                                        </p:attrNameLst>
                                      </p:cBhvr>
                                      <p:to>
                                        <p:strVal val="visible"/>
                                      </p:to>
                                    </p:set>
                                    <p:anim calcmode="lin" valueType="num">
                                      <p:cBhvr additive="base">
                                        <p:cTn id="13" dur="500" fill="hold"/>
                                        <p:tgtEl>
                                          <p:spTgt spid="22"/>
                                        </p:tgtEl>
                                        <p:attrNameLst>
                                          <p:attrName>ppt_x</p:attrName>
                                        </p:attrNameLst>
                                      </p:cBhvr>
                                      <p:tavLst>
                                        <p:tav tm="0">
                                          <p:val>
                                            <p:strVal val="#ppt_x"/>
                                          </p:val>
                                        </p:tav>
                                        <p:tav tm="100000">
                                          <p:val>
                                            <p:strVal val="#ppt_x"/>
                                          </p:val>
                                        </p:tav>
                                      </p:tavLst>
                                    </p:anim>
                                    <p:anim calcmode="lin" valueType="num">
                                      <p:cBhvr additive="base">
                                        <p:cTn id="14" dur="500" fill="hold"/>
                                        <p:tgtEl>
                                          <p:spTgt spid="22"/>
                                        </p:tgtEl>
                                        <p:attrNameLst>
                                          <p:attrName>ppt_y</p:attrName>
                                        </p:attrNameLst>
                                      </p:cBhvr>
                                      <p:tavLst>
                                        <p:tav tm="0">
                                          <p:val>
                                            <p:strVal val="1+#ppt_h/2"/>
                                          </p:val>
                                        </p:tav>
                                        <p:tav tm="100000">
                                          <p:val>
                                            <p:strVal val="#ppt_y"/>
                                          </p:val>
                                        </p:tav>
                                      </p:tavLst>
                                    </p:anim>
                                  </p:childTnLst>
                                </p:cTn>
                              </p:par>
                              <p:par>
                                <p:cTn id="15" presetID="2" presetClass="entr" presetSubtype="4" fill="hold" nodeType="withEffect">
                                  <p:stCondLst>
                                    <p:cond delay="0"/>
                                  </p:stCondLst>
                                  <p:childTnLst>
                                    <p:set>
                                      <p:cBhvr>
                                        <p:cTn id="16" dur="1" fill="hold">
                                          <p:stCondLst>
                                            <p:cond delay="0"/>
                                          </p:stCondLst>
                                        </p:cTn>
                                        <p:tgtEl>
                                          <p:spTgt spid="23"/>
                                        </p:tgtEl>
                                        <p:attrNameLst>
                                          <p:attrName>style.visibility</p:attrName>
                                        </p:attrNameLst>
                                      </p:cBhvr>
                                      <p:to>
                                        <p:strVal val="visible"/>
                                      </p:to>
                                    </p:set>
                                    <p:anim calcmode="lin" valueType="num">
                                      <p:cBhvr additive="base">
                                        <p:cTn id="17" dur="500" fill="hold"/>
                                        <p:tgtEl>
                                          <p:spTgt spid="23"/>
                                        </p:tgtEl>
                                        <p:attrNameLst>
                                          <p:attrName>ppt_x</p:attrName>
                                        </p:attrNameLst>
                                      </p:cBhvr>
                                      <p:tavLst>
                                        <p:tav tm="0">
                                          <p:val>
                                            <p:strVal val="#ppt_x"/>
                                          </p:val>
                                        </p:tav>
                                        <p:tav tm="100000">
                                          <p:val>
                                            <p:strVal val="#ppt_x"/>
                                          </p:val>
                                        </p:tav>
                                      </p:tavLst>
                                    </p:anim>
                                    <p:anim calcmode="lin" valueType="num">
                                      <p:cBhvr additive="base">
                                        <p:cTn id="18" dur="500" fill="hold"/>
                                        <p:tgtEl>
                                          <p:spTgt spid="2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p:cNvSpPr txBox="1"/>
          <p:nvPr/>
        </p:nvSpPr>
        <p:spPr>
          <a:xfrm>
            <a:off x="263525" y="116840"/>
            <a:ext cx="8097520" cy="521970"/>
          </a:xfrm>
          <a:prstGeom prst="rect">
            <a:avLst/>
          </a:prstGeom>
          <a:noFill/>
        </p:spPr>
        <p:txBody>
          <a:bodyPr wrap="square" rtlCol="0" anchor="t">
            <a:spAutoFit/>
          </a:bodyPr>
          <a:lstStyle/>
          <a:p>
            <a:r>
              <a:rPr lang="zh-CN" altLang="en-US" sz="2800" b="1">
                <a:solidFill>
                  <a:srgbClr val="C00000"/>
                </a:solidFill>
                <a:effectLst>
                  <a:outerShdw blurRad="38100" dist="38100" dir="2700000" algn="tl">
                    <a:srgbClr val="000000">
                      <a:alpha val="43137"/>
                    </a:srgbClr>
                  </a:outerShdw>
                </a:effectLst>
              </a:rPr>
              <a:t>案例 5：广东省知识产权发展水平的综合评价</a:t>
            </a:r>
          </a:p>
        </p:txBody>
      </p:sp>
      <p:sp>
        <p:nvSpPr>
          <p:cNvPr id="7" name="文本框 6"/>
          <p:cNvSpPr txBox="1"/>
          <p:nvPr/>
        </p:nvSpPr>
        <p:spPr>
          <a:xfrm>
            <a:off x="263525" y="710565"/>
            <a:ext cx="6096000" cy="460375"/>
          </a:xfrm>
          <a:prstGeom prst="rect">
            <a:avLst/>
          </a:prstGeom>
          <a:noFill/>
        </p:spPr>
        <p:txBody>
          <a:bodyPr wrap="square" rtlCol="0" anchor="t">
            <a:spAutoFit/>
          </a:bodyPr>
          <a:lstStyle/>
          <a:p>
            <a:r>
              <a:rPr lang="zh-CN" altLang="en-US" sz="2400" b="1">
                <a:solidFill>
                  <a:srgbClr val="0053EC"/>
                </a:solidFill>
              </a:rPr>
              <a:t>一、指标体系构建</a:t>
            </a:r>
          </a:p>
        </p:txBody>
      </p:sp>
      <p:pic>
        <p:nvPicPr>
          <p:cNvPr id="12" name="图片 11"/>
          <p:cNvPicPr>
            <a:picLocks noChangeAspect="1"/>
          </p:cNvPicPr>
          <p:nvPr/>
        </p:nvPicPr>
        <p:blipFill>
          <a:blip r:embed="rId3"/>
          <a:stretch>
            <a:fillRect/>
          </a:stretch>
        </p:blipFill>
        <p:spPr>
          <a:xfrm>
            <a:off x="2999740" y="620395"/>
            <a:ext cx="6601460" cy="6172200"/>
          </a:xfrm>
          <a:prstGeom prst="rect">
            <a:avLst/>
          </a:prstGeom>
        </p:spPr>
      </p:pic>
      <p:sp>
        <p:nvSpPr>
          <p:cNvPr id="14" name="矩形 13"/>
          <p:cNvSpPr/>
          <p:nvPr/>
        </p:nvSpPr>
        <p:spPr>
          <a:xfrm>
            <a:off x="1199720" y="1484500"/>
            <a:ext cx="551615" cy="4707890"/>
          </a:xfrm>
          <a:prstGeom prst="rect">
            <a:avLst/>
          </a:prstGeom>
        </p:spPr>
        <p:txBody>
          <a:bodyPr wrap="square">
            <a:spAutoFit/>
          </a:bodyPr>
          <a:lstStyle/>
          <a:p>
            <a:r>
              <a:rPr lang="zh-CN" altLang="en-US" sz="2000" b="1">
                <a:solidFill>
                  <a:srgbClr val="FF0000"/>
                </a:solidFill>
              </a:rPr>
              <a:t>广东省专利综合评价指标体系构建</a:t>
            </a:r>
          </a:p>
        </p:txBody>
      </p:sp>
      <p:sp>
        <p:nvSpPr>
          <p:cNvPr id="16" name="右箭头 15"/>
          <p:cNvSpPr/>
          <p:nvPr/>
        </p:nvSpPr>
        <p:spPr>
          <a:xfrm>
            <a:off x="1919605" y="3284855"/>
            <a:ext cx="504190" cy="288290"/>
          </a:xfrm>
          <a:prstGeom prst="rightArrow">
            <a:avLst/>
          </a:prstGeom>
          <a:solidFill>
            <a:srgbClr val="3399FF"/>
          </a:solidFill>
          <a:ln>
            <a:solidFill>
              <a:srgbClr val="3399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wipe(left)">
                                      <p:cBhvr>
                                        <p:cTn id="7" dur="500"/>
                                        <p:tgtEl>
                                          <p:spTgt spid="14"/>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16"/>
                                        </p:tgtEl>
                                        <p:attrNameLst>
                                          <p:attrName>style.visibility</p:attrName>
                                        </p:attrNameLst>
                                      </p:cBhvr>
                                      <p:to>
                                        <p:strVal val="visible"/>
                                      </p:to>
                                    </p:set>
                                    <p:animEffect transition="in" filter="wipe(left)">
                                      <p:cBhvr>
                                        <p:cTn id="10" dur="500"/>
                                        <p:tgtEl>
                                          <p:spTgt spid="16"/>
                                        </p:tgtEl>
                                      </p:cBhvr>
                                    </p:animEffect>
                                  </p:childTnLst>
                                </p:cTn>
                              </p:par>
                            </p:childTnLst>
                          </p:cTn>
                        </p:par>
                        <p:par>
                          <p:cTn id="11" fill="hold">
                            <p:stCondLst>
                              <p:cond delay="500"/>
                            </p:stCondLst>
                            <p:childTnLst>
                              <p:par>
                                <p:cTn id="12" presetID="20" presetClass="entr" presetSubtype="0" fill="hold" nodeType="afterEffect">
                                  <p:stCondLst>
                                    <p:cond delay="0"/>
                                  </p:stCondLst>
                                  <p:childTnLst>
                                    <p:set>
                                      <p:cBhvr>
                                        <p:cTn id="13" dur="1500" fill="hold">
                                          <p:stCondLst>
                                            <p:cond delay="0"/>
                                          </p:stCondLst>
                                        </p:cTn>
                                        <p:tgtEl>
                                          <p:spTgt spid="12"/>
                                        </p:tgtEl>
                                        <p:attrNameLst>
                                          <p:attrName>style.visibility</p:attrName>
                                        </p:attrNameLst>
                                      </p:cBhvr>
                                      <p:to>
                                        <p:strVal val="visible"/>
                                      </p:to>
                                    </p:set>
                                    <p:animEffect transition="in" filter="wedge">
                                      <p:cBhvr>
                                        <p:cTn id="14" dur="1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P spid="14" grpId="1"/>
      <p:bldP spid="16" grpId="0" animBg="1"/>
      <p:bldP spid="16" grpId="1" animBg="1"/>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p:cNvSpPr txBox="1"/>
          <p:nvPr/>
        </p:nvSpPr>
        <p:spPr>
          <a:xfrm>
            <a:off x="263525" y="116840"/>
            <a:ext cx="8097520" cy="521970"/>
          </a:xfrm>
          <a:prstGeom prst="rect">
            <a:avLst/>
          </a:prstGeom>
          <a:noFill/>
        </p:spPr>
        <p:txBody>
          <a:bodyPr wrap="square" rtlCol="0" anchor="t">
            <a:spAutoFit/>
          </a:bodyPr>
          <a:lstStyle/>
          <a:p>
            <a:r>
              <a:rPr lang="zh-CN" altLang="en-US" sz="2800" b="1">
                <a:solidFill>
                  <a:srgbClr val="C00000"/>
                </a:solidFill>
                <a:effectLst>
                  <a:outerShdw blurRad="38100" dist="38100" dir="2700000" algn="tl">
                    <a:srgbClr val="000000">
                      <a:alpha val="43137"/>
                    </a:srgbClr>
                  </a:outerShdw>
                </a:effectLst>
              </a:rPr>
              <a:t>案例 5：广东省知识产权发展水平的综合评价</a:t>
            </a:r>
          </a:p>
        </p:txBody>
      </p:sp>
      <p:sp>
        <p:nvSpPr>
          <p:cNvPr id="7" name="文本框 6"/>
          <p:cNvSpPr txBox="1"/>
          <p:nvPr/>
        </p:nvSpPr>
        <p:spPr>
          <a:xfrm>
            <a:off x="263525" y="710565"/>
            <a:ext cx="6096000" cy="460375"/>
          </a:xfrm>
          <a:prstGeom prst="rect">
            <a:avLst/>
          </a:prstGeom>
          <a:noFill/>
        </p:spPr>
        <p:txBody>
          <a:bodyPr wrap="square" rtlCol="0" anchor="t">
            <a:spAutoFit/>
          </a:bodyPr>
          <a:lstStyle/>
          <a:p>
            <a:r>
              <a:rPr lang="zh-CN" altLang="en-US" sz="2400" b="1">
                <a:solidFill>
                  <a:srgbClr val="0053EC"/>
                </a:solidFill>
              </a:rPr>
              <a:t>一、指标体系构建</a:t>
            </a:r>
          </a:p>
        </p:txBody>
      </p:sp>
      <p:sp>
        <p:nvSpPr>
          <p:cNvPr id="14" name="矩形 13"/>
          <p:cNvSpPr/>
          <p:nvPr/>
        </p:nvSpPr>
        <p:spPr>
          <a:xfrm>
            <a:off x="1199720" y="1484500"/>
            <a:ext cx="551615" cy="4707890"/>
          </a:xfrm>
          <a:prstGeom prst="rect">
            <a:avLst/>
          </a:prstGeom>
        </p:spPr>
        <p:txBody>
          <a:bodyPr wrap="square">
            <a:spAutoFit/>
          </a:bodyPr>
          <a:lstStyle/>
          <a:p>
            <a:r>
              <a:rPr lang="zh-CN" altLang="en-US" sz="2000" b="1">
                <a:solidFill>
                  <a:srgbClr val="FF0000"/>
                </a:solidFill>
              </a:rPr>
              <a:t>广东省专利综合评价指标体系构建</a:t>
            </a:r>
          </a:p>
        </p:txBody>
      </p:sp>
      <p:sp>
        <p:nvSpPr>
          <p:cNvPr id="16" name="右箭头 15"/>
          <p:cNvSpPr/>
          <p:nvPr/>
        </p:nvSpPr>
        <p:spPr>
          <a:xfrm>
            <a:off x="1919605" y="3284855"/>
            <a:ext cx="504190" cy="288290"/>
          </a:xfrm>
          <a:prstGeom prst="rightArrow">
            <a:avLst/>
          </a:prstGeom>
          <a:solidFill>
            <a:srgbClr val="3399FF"/>
          </a:solidFill>
          <a:ln>
            <a:solidFill>
              <a:srgbClr val="3399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 name="图片 1"/>
          <p:cNvPicPr>
            <a:picLocks noChangeAspect="1"/>
          </p:cNvPicPr>
          <p:nvPr/>
        </p:nvPicPr>
        <p:blipFill>
          <a:blip r:embed="rId3"/>
          <a:stretch>
            <a:fillRect/>
          </a:stretch>
        </p:blipFill>
        <p:spPr>
          <a:xfrm>
            <a:off x="2423795" y="1701165"/>
            <a:ext cx="9311005" cy="4034155"/>
          </a:xfrm>
          <a:prstGeom prst="rect">
            <a:avLst/>
          </a:prstGeom>
        </p:spPr>
      </p:pic>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up)">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1"/>
      <p:bldP spid="16" grpId="1" animBg="1"/>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p:cNvSpPr txBox="1"/>
          <p:nvPr/>
        </p:nvSpPr>
        <p:spPr>
          <a:xfrm>
            <a:off x="263525" y="116840"/>
            <a:ext cx="8097520" cy="521970"/>
          </a:xfrm>
          <a:prstGeom prst="rect">
            <a:avLst/>
          </a:prstGeom>
          <a:noFill/>
        </p:spPr>
        <p:txBody>
          <a:bodyPr wrap="square" rtlCol="0" anchor="t">
            <a:spAutoFit/>
          </a:bodyPr>
          <a:lstStyle/>
          <a:p>
            <a:r>
              <a:rPr lang="zh-CN" altLang="en-US" sz="2800" b="1">
                <a:solidFill>
                  <a:srgbClr val="C00000"/>
                </a:solidFill>
                <a:effectLst>
                  <a:outerShdw blurRad="38100" dist="38100" dir="2700000" algn="tl">
                    <a:srgbClr val="000000">
                      <a:alpha val="43137"/>
                    </a:srgbClr>
                  </a:outerShdw>
                </a:effectLst>
              </a:rPr>
              <a:t>案例 5：广东省知识产权发展水平的综合评价</a:t>
            </a:r>
          </a:p>
        </p:txBody>
      </p:sp>
      <p:sp>
        <p:nvSpPr>
          <p:cNvPr id="7" name="文本框 6"/>
          <p:cNvSpPr txBox="1"/>
          <p:nvPr/>
        </p:nvSpPr>
        <p:spPr>
          <a:xfrm>
            <a:off x="263525" y="710565"/>
            <a:ext cx="6096000" cy="460375"/>
          </a:xfrm>
          <a:prstGeom prst="rect">
            <a:avLst/>
          </a:prstGeom>
          <a:noFill/>
        </p:spPr>
        <p:txBody>
          <a:bodyPr wrap="square" rtlCol="0" anchor="t">
            <a:spAutoFit/>
          </a:bodyPr>
          <a:lstStyle/>
          <a:p>
            <a:r>
              <a:rPr lang="zh-CN" altLang="en-US" sz="2400" b="1">
                <a:solidFill>
                  <a:srgbClr val="0053EC"/>
                </a:solidFill>
              </a:rPr>
              <a:t>二、指标数据采集</a:t>
            </a:r>
          </a:p>
        </p:txBody>
      </p:sp>
      <p:pic>
        <p:nvPicPr>
          <p:cNvPr id="4" name="图片 3"/>
          <p:cNvPicPr>
            <a:picLocks noChangeAspect="1"/>
          </p:cNvPicPr>
          <p:nvPr/>
        </p:nvPicPr>
        <p:blipFill>
          <a:blip r:embed="rId3"/>
          <a:stretch>
            <a:fillRect/>
          </a:stretch>
        </p:blipFill>
        <p:spPr>
          <a:xfrm>
            <a:off x="2927985" y="620395"/>
            <a:ext cx="8225155" cy="6029325"/>
          </a:xfrm>
          <a:prstGeom prst="rect">
            <a:avLst/>
          </a:prstGeom>
        </p:spPr>
      </p:pic>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p:cNvSpPr txBox="1"/>
          <p:nvPr/>
        </p:nvSpPr>
        <p:spPr>
          <a:xfrm>
            <a:off x="263525" y="116840"/>
            <a:ext cx="8097520" cy="521970"/>
          </a:xfrm>
          <a:prstGeom prst="rect">
            <a:avLst/>
          </a:prstGeom>
          <a:noFill/>
        </p:spPr>
        <p:txBody>
          <a:bodyPr wrap="square" rtlCol="0" anchor="t">
            <a:spAutoFit/>
          </a:bodyPr>
          <a:lstStyle/>
          <a:p>
            <a:r>
              <a:rPr lang="zh-CN" altLang="en-US" sz="2800" b="1">
                <a:solidFill>
                  <a:srgbClr val="C00000"/>
                </a:solidFill>
                <a:effectLst>
                  <a:outerShdw blurRad="38100" dist="38100" dir="2700000" algn="tl">
                    <a:srgbClr val="000000">
                      <a:alpha val="43137"/>
                    </a:srgbClr>
                  </a:outerShdw>
                </a:effectLst>
              </a:rPr>
              <a:t>案例 5：广东省知识产权发展水平的综合评价</a:t>
            </a:r>
          </a:p>
        </p:txBody>
      </p:sp>
      <p:sp>
        <p:nvSpPr>
          <p:cNvPr id="7" name="文本框 6"/>
          <p:cNvSpPr txBox="1"/>
          <p:nvPr/>
        </p:nvSpPr>
        <p:spPr>
          <a:xfrm>
            <a:off x="263525" y="710565"/>
            <a:ext cx="6096000" cy="460375"/>
          </a:xfrm>
          <a:prstGeom prst="rect">
            <a:avLst/>
          </a:prstGeom>
          <a:noFill/>
        </p:spPr>
        <p:txBody>
          <a:bodyPr wrap="square" rtlCol="0" anchor="t">
            <a:spAutoFit/>
          </a:bodyPr>
          <a:lstStyle/>
          <a:p>
            <a:r>
              <a:rPr lang="zh-CN" altLang="en-US" sz="2400" b="1">
                <a:solidFill>
                  <a:srgbClr val="0053EC"/>
                </a:solidFill>
              </a:rPr>
              <a:t>三、Jupyter 操作</a:t>
            </a:r>
          </a:p>
        </p:txBody>
      </p:sp>
      <p:pic>
        <p:nvPicPr>
          <p:cNvPr id="2" name="图片 1"/>
          <p:cNvPicPr>
            <a:picLocks noChangeAspect="1"/>
          </p:cNvPicPr>
          <p:nvPr/>
        </p:nvPicPr>
        <p:blipFill>
          <a:blip r:embed="rId3"/>
          <a:stretch>
            <a:fillRect/>
          </a:stretch>
        </p:blipFill>
        <p:spPr>
          <a:xfrm>
            <a:off x="911860" y="1196975"/>
            <a:ext cx="2919730" cy="466725"/>
          </a:xfrm>
          <a:prstGeom prst="rect">
            <a:avLst/>
          </a:prstGeom>
        </p:spPr>
      </p:pic>
      <p:pic>
        <p:nvPicPr>
          <p:cNvPr id="8" name="图片 7"/>
          <p:cNvPicPr>
            <a:picLocks noChangeAspect="1"/>
          </p:cNvPicPr>
          <p:nvPr/>
        </p:nvPicPr>
        <p:blipFill>
          <a:blip r:embed="rId4"/>
          <a:stretch>
            <a:fillRect/>
          </a:stretch>
        </p:blipFill>
        <p:spPr>
          <a:xfrm>
            <a:off x="983615" y="1772920"/>
            <a:ext cx="2300605" cy="367030"/>
          </a:xfrm>
          <a:prstGeom prst="rect">
            <a:avLst/>
          </a:prstGeom>
        </p:spPr>
      </p:pic>
      <p:pic>
        <p:nvPicPr>
          <p:cNvPr id="9" name="图片 8"/>
          <p:cNvPicPr>
            <a:picLocks noChangeAspect="1"/>
          </p:cNvPicPr>
          <p:nvPr/>
        </p:nvPicPr>
        <p:blipFill>
          <a:blip r:embed="rId5"/>
          <a:stretch>
            <a:fillRect/>
          </a:stretch>
        </p:blipFill>
        <p:spPr>
          <a:xfrm>
            <a:off x="911860" y="2420620"/>
            <a:ext cx="4819650" cy="2238375"/>
          </a:xfrm>
          <a:prstGeom prst="rect">
            <a:avLst/>
          </a:prstGeom>
        </p:spPr>
      </p:pic>
      <p:pic>
        <p:nvPicPr>
          <p:cNvPr id="10" name="图片 9"/>
          <p:cNvPicPr>
            <a:picLocks noChangeAspect="1"/>
          </p:cNvPicPr>
          <p:nvPr/>
        </p:nvPicPr>
        <p:blipFill>
          <a:blip r:embed="rId6"/>
          <a:stretch>
            <a:fillRect/>
          </a:stretch>
        </p:blipFill>
        <p:spPr>
          <a:xfrm>
            <a:off x="6096000" y="1594485"/>
            <a:ext cx="5205730" cy="609600"/>
          </a:xfrm>
          <a:prstGeom prst="rect">
            <a:avLst/>
          </a:prstGeom>
        </p:spPr>
      </p:pic>
      <p:pic>
        <p:nvPicPr>
          <p:cNvPr id="11" name="图片 10"/>
          <p:cNvPicPr>
            <a:picLocks noChangeAspect="1"/>
          </p:cNvPicPr>
          <p:nvPr/>
        </p:nvPicPr>
        <p:blipFill>
          <a:blip r:embed="rId7"/>
          <a:stretch>
            <a:fillRect/>
          </a:stretch>
        </p:blipFill>
        <p:spPr>
          <a:xfrm>
            <a:off x="6096000" y="2564765"/>
            <a:ext cx="4577080" cy="3014980"/>
          </a:xfrm>
          <a:prstGeom prst="rect">
            <a:avLst/>
          </a:prstGeom>
        </p:spPr>
      </p:pic>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2" presetClass="entr" presetSubtype="1" fill="hold" nodeType="clickEffect">
                                  <p:stCondLst>
                                    <p:cond delay="0"/>
                                  </p:stCondLst>
                                  <p:childTnLst>
                                    <p:set>
                                      <p:cBhvr>
                                        <p:cTn id="12" dur="1" fill="hold">
                                          <p:stCondLst>
                                            <p:cond delay="0"/>
                                          </p:stCondLst>
                                        </p:cTn>
                                        <p:tgtEl>
                                          <p:spTgt spid="8"/>
                                        </p:tgtEl>
                                        <p:attrNameLst>
                                          <p:attrName>style.visibility</p:attrName>
                                        </p:attrNameLst>
                                      </p:cBhvr>
                                      <p:to>
                                        <p:strVal val="visible"/>
                                      </p:to>
                                    </p:set>
                                    <p:animEffect transition="in" filter="wipe(up)">
                                      <p:cBhvr>
                                        <p:cTn id="13" dur="500"/>
                                        <p:tgtEl>
                                          <p:spTgt spid="8"/>
                                        </p:tgtEl>
                                      </p:cBhvr>
                                    </p:animEffect>
                                  </p:childTnLst>
                                </p:cTn>
                              </p:par>
                              <p:par>
                                <p:cTn id="14" presetID="22" presetClass="entr" presetSubtype="1" fill="hold" nodeType="withEffect">
                                  <p:stCondLst>
                                    <p:cond delay="0"/>
                                  </p:stCondLst>
                                  <p:childTnLst>
                                    <p:set>
                                      <p:cBhvr>
                                        <p:cTn id="15" dur="1" fill="hold">
                                          <p:stCondLst>
                                            <p:cond delay="0"/>
                                          </p:stCondLst>
                                        </p:cTn>
                                        <p:tgtEl>
                                          <p:spTgt spid="9"/>
                                        </p:tgtEl>
                                        <p:attrNameLst>
                                          <p:attrName>style.visibility</p:attrName>
                                        </p:attrNameLst>
                                      </p:cBhvr>
                                      <p:to>
                                        <p:strVal val="visible"/>
                                      </p:to>
                                    </p:set>
                                    <p:animEffect transition="in" filter="wipe(up)">
                                      <p:cBhvr>
                                        <p:cTn id="16" dur="500"/>
                                        <p:tgtEl>
                                          <p:spTgt spid="9"/>
                                        </p:tgtEl>
                                      </p:cBhvr>
                                    </p:animEffect>
                                  </p:childTnLst>
                                </p:cTn>
                              </p:par>
                            </p:childTnLst>
                          </p:cTn>
                        </p:par>
                      </p:childTnLst>
                    </p:cTn>
                  </p:par>
                  <p:par>
                    <p:cTn id="17" fill="hold">
                      <p:stCondLst>
                        <p:cond delay="indefinite"/>
                      </p:stCondLst>
                      <p:childTnLst>
                        <p:par>
                          <p:cTn id="18" fill="hold">
                            <p:stCondLst>
                              <p:cond delay="0"/>
                            </p:stCondLst>
                            <p:childTnLst>
                              <p:par>
                                <p:cTn id="19" presetID="2" presetClass="entr" presetSubtype="4" fill="hold" nodeType="clickEffect">
                                  <p:stCondLst>
                                    <p:cond delay="0"/>
                                  </p:stCondLst>
                                  <p:childTnLst>
                                    <p:set>
                                      <p:cBhvr>
                                        <p:cTn id="20" dur="1" fill="hold">
                                          <p:stCondLst>
                                            <p:cond delay="0"/>
                                          </p:stCondLst>
                                        </p:cTn>
                                        <p:tgtEl>
                                          <p:spTgt spid="10"/>
                                        </p:tgtEl>
                                        <p:attrNameLst>
                                          <p:attrName>style.visibility</p:attrName>
                                        </p:attrNameLst>
                                      </p:cBhvr>
                                      <p:to>
                                        <p:strVal val="visible"/>
                                      </p:to>
                                    </p:set>
                                    <p:anim calcmode="lin" valueType="num">
                                      <p:cBhvr additive="base">
                                        <p:cTn id="21" dur="500" fill="hold"/>
                                        <p:tgtEl>
                                          <p:spTgt spid="10"/>
                                        </p:tgtEl>
                                        <p:attrNameLst>
                                          <p:attrName>ppt_x</p:attrName>
                                        </p:attrNameLst>
                                      </p:cBhvr>
                                      <p:tavLst>
                                        <p:tav tm="0">
                                          <p:val>
                                            <p:strVal val="#ppt_x"/>
                                          </p:val>
                                        </p:tav>
                                        <p:tav tm="100000">
                                          <p:val>
                                            <p:strVal val="#ppt_x"/>
                                          </p:val>
                                        </p:tav>
                                      </p:tavLst>
                                    </p:anim>
                                    <p:anim calcmode="lin" valueType="num">
                                      <p:cBhvr additive="base">
                                        <p:cTn id="22" dur="500" fill="hold"/>
                                        <p:tgtEl>
                                          <p:spTgt spid="10"/>
                                        </p:tgtEl>
                                        <p:attrNameLst>
                                          <p:attrName>ppt_y</p:attrName>
                                        </p:attrNameLst>
                                      </p:cBhvr>
                                      <p:tavLst>
                                        <p:tav tm="0">
                                          <p:val>
                                            <p:strVal val="1+#ppt_h/2"/>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2" presetClass="entr" presetSubtype="4" fill="hold" nodeType="clickEffect">
                                  <p:stCondLst>
                                    <p:cond delay="0"/>
                                  </p:stCondLst>
                                  <p:childTnLst>
                                    <p:set>
                                      <p:cBhvr>
                                        <p:cTn id="26" dur="1" fill="hold">
                                          <p:stCondLst>
                                            <p:cond delay="0"/>
                                          </p:stCondLst>
                                        </p:cTn>
                                        <p:tgtEl>
                                          <p:spTgt spid="11"/>
                                        </p:tgtEl>
                                        <p:attrNameLst>
                                          <p:attrName>style.visibility</p:attrName>
                                        </p:attrNameLst>
                                      </p:cBhvr>
                                      <p:to>
                                        <p:strVal val="visible"/>
                                      </p:to>
                                    </p:set>
                                    <p:anim calcmode="lin" valueType="num">
                                      <p:cBhvr additive="base">
                                        <p:cTn id="27" dur="500" fill="hold"/>
                                        <p:tgtEl>
                                          <p:spTgt spid="11"/>
                                        </p:tgtEl>
                                        <p:attrNameLst>
                                          <p:attrName>ppt_x</p:attrName>
                                        </p:attrNameLst>
                                      </p:cBhvr>
                                      <p:tavLst>
                                        <p:tav tm="0">
                                          <p:val>
                                            <p:strVal val="#ppt_x"/>
                                          </p:val>
                                        </p:tav>
                                        <p:tav tm="100000">
                                          <p:val>
                                            <p:strVal val="#ppt_x"/>
                                          </p:val>
                                        </p:tav>
                                      </p:tavLst>
                                    </p:anim>
                                    <p:anim calcmode="lin" valueType="num">
                                      <p:cBhvr additive="base">
                                        <p:cTn id="28" dur="500" fill="hold"/>
                                        <p:tgtEl>
                                          <p:spTgt spid="1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p:cNvSpPr txBox="1"/>
          <p:nvPr/>
        </p:nvSpPr>
        <p:spPr>
          <a:xfrm>
            <a:off x="263525" y="116840"/>
            <a:ext cx="8097520" cy="521970"/>
          </a:xfrm>
          <a:prstGeom prst="rect">
            <a:avLst/>
          </a:prstGeom>
          <a:noFill/>
        </p:spPr>
        <p:txBody>
          <a:bodyPr wrap="square" rtlCol="0" anchor="t">
            <a:spAutoFit/>
          </a:bodyPr>
          <a:lstStyle/>
          <a:p>
            <a:r>
              <a:rPr lang="zh-CN" altLang="en-US" sz="2800" b="1">
                <a:solidFill>
                  <a:srgbClr val="C00000"/>
                </a:solidFill>
                <a:effectLst>
                  <a:outerShdw blurRad="38100" dist="38100" dir="2700000" algn="tl">
                    <a:srgbClr val="000000">
                      <a:alpha val="43137"/>
                    </a:srgbClr>
                  </a:outerShdw>
                </a:effectLst>
              </a:rPr>
              <a:t>案例 5：广东省知识产权发展水平的综合评价</a:t>
            </a:r>
          </a:p>
        </p:txBody>
      </p:sp>
      <p:sp>
        <p:nvSpPr>
          <p:cNvPr id="7" name="文本框 6"/>
          <p:cNvSpPr txBox="1"/>
          <p:nvPr/>
        </p:nvSpPr>
        <p:spPr>
          <a:xfrm>
            <a:off x="263525" y="710565"/>
            <a:ext cx="6096000" cy="460375"/>
          </a:xfrm>
          <a:prstGeom prst="rect">
            <a:avLst/>
          </a:prstGeom>
          <a:noFill/>
        </p:spPr>
        <p:txBody>
          <a:bodyPr wrap="square" rtlCol="0" anchor="t">
            <a:spAutoFit/>
          </a:bodyPr>
          <a:lstStyle/>
          <a:p>
            <a:r>
              <a:rPr lang="zh-CN" altLang="en-US" sz="2400" b="1">
                <a:solidFill>
                  <a:srgbClr val="0053EC"/>
                </a:solidFill>
              </a:rPr>
              <a:t>三、Jupyter 操作</a:t>
            </a:r>
          </a:p>
        </p:txBody>
      </p:sp>
      <p:pic>
        <p:nvPicPr>
          <p:cNvPr id="4" name="图片 3"/>
          <p:cNvPicPr>
            <a:picLocks noChangeAspect="1"/>
          </p:cNvPicPr>
          <p:nvPr/>
        </p:nvPicPr>
        <p:blipFill>
          <a:blip r:embed="rId3"/>
          <a:stretch>
            <a:fillRect/>
          </a:stretch>
        </p:blipFill>
        <p:spPr>
          <a:xfrm>
            <a:off x="983615" y="1268730"/>
            <a:ext cx="1891030" cy="523875"/>
          </a:xfrm>
          <a:prstGeom prst="rect">
            <a:avLst/>
          </a:prstGeom>
        </p:spPr>
      </p:pic>
      <p:pic>
        <p:nvPicPr>
          <p:cNvPr id="6" name="图片 5"/>
          <p:cNvPicPr>
            <a:picLocks noChangeAspect="1"/>
          </p:cNvPicPr>
          <p:nvPr/>
        </p:nvPicPr>
        <p:blipFill>
          <a:blip r:embed="rId4"/>
          <a:stretch>
            <a:fillRect/>
          </a:stretch>
        </p:blipFill>
        <p:spPr>
          <a:xfrm>
            <a:off x="1199515" y="2068830"/>
            <a:ext cx="10229850" cy="2719705"/>
          </a:xfrm>
          <a:prstGeom prst="rect">
            <a:avLst/>
          </a:prstGeom>
        </p:spPr>
      </p:pic>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nodeType="with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6"/>
                                        </p:tgtEl>
                                        <p:attrNameLst>
                                          <p:attrName>style.visibility</p:attrName>
                                        </p:attrNameLst>
                                      </p:cBhvr>
                                      <p:to>
                                        <p:strVal val="visible"/>
                                      </p:to>
                                    </p:set>
                                    <p:anim calcmode="lin" valueType="num">
                                      <p:cBhvr additive="base">
                                        <p:cTn id="11" dur="500" fill="hold"/>
                                        <p:tgtEl>
                                          <p:spTgt spid="6"/>
                                        </p:tgtEl>
                                        <p:attrNameLst>
                                          <p:attrName>ppt_x</p:attrName>
                                        </p:attrNameLst>
                                      </p:cBhvr>
                                      <p:tavLst>
                                        <p:tav tm="0">
                                          <p:val>
                                            <p:strVal val="#ppt_x"/>
                                          </p:val>
                                        </p:tav>
                                        <p:tav tm="100000">
                                          <p:val>
                                            <p:strVal val="#ppt_x"/>
                                          </p:val>
                                        </p:tav>
                                      </p:tavLst>
                                    </p:anim>
                                    <p:anim calcmode="lin" valueType="num">
                                      <p:cBhvr additive="base">
                                        <p:cTn id="12" dur="500" fill="hold"/>
                                        <p:tgtEl>
                                          <p:spTgt spid="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p:cNvSpPr txBox="1"/>
          <p:nvPr/>
        </p:nvSpPr>
        <p:spPr>
          <a:xfrm>
            <a:off x="263525" y="116840"/>
            <a:ext cx="8097520" cy="521970"/>
          </a:xfrm>
          <a:prstGeom prst="rect">
            <a:avLst/>
          </a:prstGeom>
          <a:noFill/>
        </p:spPr>
        <p:txBody>
          <a:bodyPr wrap="square" rtlCol="0" anchor="t">
            <a:spAutoFit/>
          </a:bodyPr>
          <a:lstStyle/>
          <a:p>
            <a:r>
              <a:rPr lang="zh-CN" altLang="en-US" sz="2800" b="1">
                <a:solidFill>
                  <a:srgbClr val="C00000"/>
                </a:solidFill>
                <a:effectLst>
                  <a:outerShdw blurRad="38100" dist="38100" dir="2700000" algn="tl">
                    <a:srgbClr val="000000">
                      <a:alpha val="43137"/>
                    </a:srgbClr>
                  </a:outerShdw>
                </a:effectLst>
              </a:rPr>
              <a:t>案例 5：广东省知识产权发展水平的综合评价</a:t>
            </a:r>
          </a:p>
        </p:txBody>
      </p:sp>
      <p:pic>
        <p:nvPicPr>
          <p:cNvPr id="2" name="图片 1"/>
          <p:cNvPicPr>
            <a:picLocks noChangeAspect="1"/>
          </p:cNvPicPr>
          <p:nvPr/>
        </p:nvPicPr>
        <p:blipFill>
          <a:blip r:embed="rId3"/>
          <a:stretch>
            <a:fillRect/>
          </a:stretch>
        </p:blipFill>
        <p:spPr>
          <a:xfrm>
            <a:off x="767715" y="836930"/>
            <a:ext cx="10019665" cy="1057275"/>
          </a:xfrm>
          <a:prstGeom prst="rect">
            <a:avLst/>
          </a:prstGeom>
        </p:spPr>
      </p:pic>
      <p:pic>
        <p:nvPicPr>
          <p:cNvPr id="3" name="图片 2"/>
          <p:cNvPicPr>
            <a:picLocks noChangeAspect="1"/>
          </p:cNvPicPr>
          <p:nvPr/>
        </p:nvPicPr>
        <p:blipFill>
          <a:blip r:embed="rId4"/>
          <a:stretch>
            <a:fillRect/>
          </a:stretch>
        </p:blipFill>
        <p:spPr>
          <a:xfrm>
            <a:off x="767715" y="1917065"/>
            <a:ext cx="8691880" cy="4787900"/>
          </a:xfrm>
          <a:prstGeom prst="rect">
            <a:avLst/>
          </a:prstGeom>
        </p:spPr>
      </p:pic>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nodeType="with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gtEl>
                                        <p:attrNameLst>
                                          <p:attrName>style.visibility</p:attrName>
                                        </p:attrNameLst>
                                      </p:cBhvr>
                                      <p:to>
                                        <p:strVal val="visible"/>
                                      </p:to>
                                    </p:set>
                                    <p:anim calcmode="lin" valueType="num">
                                      <p:cBhvr additive="base">
                                        <p:cTn id="13" dur="500" fill="hold"/>
                                        <p:tgtEl>
                                          <p:spTgt spid="3"/>
                                        </p:tgtEl>
                                        <p:attrNameLst>
                                          <p:attrName>ppt_x</p:attrName>
                                        </p:attrNameLst>
                                      </p:cBhvr>
                                      <p:tavLst>
                                        <p:tav tm="0">
                                          <p:val>
                                            <p:strVal val="#ppt_x"/>
                                          </p:val>
                                        </p:tav>
                                        <p:tav tm="100000">
                                          <p:val>
                                            <p:strVal val="#ppt_x"/>
                                          </p:val>
                                        </p:tav>
                                      </p:tavLst>
                                    </p:anim>
                                    <p:anim calcmode="lin" valueType="num">
                                      <p:cBhvr additive="base">
                                        <p:cTn id="14" dur="500" fill="hold"/>
                                        <p:tgtEl>
                                          <p:spTgt spid="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p:cNvSpPr txBox="1"/>
          <p:nvPr/>
        </p:nvSpPr>
        <p:spPr>
          <a:xfrm>
            <a:off x="263525" y="116840"/>
            <a:ext cx="8097520" cy="521970"/>
          </a:xfrm>
          <a:prstGeom prst="rect">
            <a:avLst/>
          </a:prstGeom>
          <a:noFill/>
        </p:spPr>
        <p:txBody>
          <a:bodyPr wrap="square" rtlCol="0" anchor="t">
            <a:spAutoFit/>
          </a:bodyPr>
          <a:lstStyle/>
          <a:p>
            <a:r>
              <a:rPr lang="zh-CN" altLang="en-US" sz="2800" b="1">
                <a:solidFill>
                  <a:srgbClr val="C00000"/>
                </a:solidFill>
                <a:effectLst>
                  <a:outerShdw blurRad="38100" dist="38100" dir="2700000" algn="tl">
                    <a:srgbClr val="000000">
                      <a:alpha val="43137"/>
                    </a:srgbClr>
                  </a:outerShdw>
                </a:effectLst>
              </a:rPr>
              <a:t>案例 5：广东省知识产权发展水平的综合评价</a:t>
            </a:r>
          </a:p>
        </p:txBody>
      </p:sp>
      <p:sp>
        <p:nvSpPr>
          <p:cNvPr id="7" name="文本框 6"/>
          <p:cNvSpPr txBox="1"/>
          <p:nvPr/>
        </p:nvSpPr>
        <p:spPr>
          <a:xfrm>
            <a:off x="263525" y="710565"/>
            <a:ext cx="6096000" cy="460375"/>
          </a:xfrm>
          <a:prstGeom prst="rect">
            <a:avLst/>
          </a:prstGeom>
          <a:noFill/>
        </p:spPr>
        <p:txBody>
          <a:bodyPr wrap="square" rtlCol="0" anchor="t">
            <a:spAutoFit/>
          </a:bodyPr>
          <a:lstStyle/>
          <a:p>
            <a:r>
              <a:rPr lang="zh-CN" altLang="en-US" sz="2400" b="1">
                <a:solidFill>
                  <a:srgbClr val="0053EC"/>
                </a:solidFill>
              </a:rPr>
              <a:t>三、Jupyter 操作</a:t>
            </a:r>
          </a:p>
        </p:txBody>
      </p:sp>
      <p:pic>
        <p:nvPicPr>
          <p:cNvPr id="2" name="图片 1"/>
          <p:cNvPicPr>
            <a:picLocks noChangeAspect="1"/>
          </p:cNvPicPr>
          <p:nvPr/>
        </p:nvPicPr>
        <p:blipFill>
          <a:blip r:embed="rId3"/>
          <a:stretch>
            <a:fillRect/>
          </a:stretch>
        </p:blipFill>
        <p:spPr>
          <a:xfrm>
            <a:off x="1055370" y="1412875"/>
            <a:ext cx="1905000" cy="452755"/>
          </a:xfrm>
          <a:prstGeom prst="rect">
            <a:avLst/>
          </a:prstGeom>
        </p:spPr>
      </p:pic>
      <p:pic>
        <p:nvPicPr>
          <p:cNvPr id="3" name="图片 2"/>
          <p:cNvPicPr>
            <a:picLocks noChangeAspect="1"/>
          </p:cNvPicPr>
          <p:nvPr/>
        </p:nvPicPr>
        <p:blipFill>
          <a:blip r:embed="rId4"/>
          <a:stretch>
            <a:fillRect/>
          </a:stretch>
        </p:blipFill>
        <p:spPr>
          <a:xfrm>
            <a:off x="1559560" y="2060575"/>
            <a:ext cx="8987155" cy="2929255"/>
          </a:xfrm>
          <a:prstGeom prst="rect">
            <a:avLst/>
          </a:prstGeom>
        </p:spPr>
      </p:pic>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3"/>
                                        </p:tgtEl>
                                        <p:attrNameLst>
                                          <p:attrName>style.visibility</p:attrName>
                                        </p:attrNameLst>
                                      </p:cBhvr>
                                      <p:to>
                                        <p:strVal val="visible"/>
                                      </p:to>
                                    </p:set>
                                    <p:anim calcmode="lin" valueType="num">
                                      <p:cBhvr additive="base">
                                        <p:cTn id="11" dur="500" fill="hold"/>
                                        <p:tgtEl>
                                          <p:spTgt spid="3"/>
                                        </p:tgtEl>
                                        <p:attrNameLst>
                                          <p:attrName>ppt_x</p:attrName>
                                        </p:attrNameLst>
                                      </p:cBhvr>
                                      <p:tavLst>
                                        <p:tav tm="0">
                                          <p:val>
                                            <p:strVal val="#ppt_x"/>
                                          </p:val>
                                        </p:tav>
                                        <p:tav tm="100000">
                                          <p:val>
                                            <p:strVal val="#ppt_x"/>
                                          </p:val>
                                        </p:tav>
                                      </p:tavLst>
                                    </p:anim>
                                    <p:anim calcmode="lin" valueType="num">
                                      <p:cBhvr additive="base">
                                        <p:cTn id="12" dur="500" fill="hold"/>
                                        <p:tgtEl>
                                          <p:spTgt spid="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p:cNvSpPr txBox="1"/>
          <p:nvPr/>
        </p:nvSpPr>
        <p:spPr>
          <a:xfrm>
            <a:off x="263525" y="116840"/>
            <a:ext cx="8097520" cy="521970"/>
          </a:xfrm>
          <a:prstGeom prst="rect">
            <a:avLst/>
          </a:prstGeom>
          <a:noFill/>
        </p:spPr>
        <p:txBody>
          <a:bodyPr wrap="square" rtlCol="0" anchor="t">
            <a:spAutoFit/>
          </a:bodyPr>
          <a:lstStyle/>
          <a:p>
            <a:r>
              <a:rPr lang="zh-CN" altLang="en-US" sz="2800" b="1">
                <a:solidFill>
                  <a:srgbClr val="C00000"/>
                </a:solidFill>
                <a:effectLst>
                  <a:outerShdw blurRad="38100" dist="38100" dir="2700000" algn="tl">
                    <a:srgbClr val="000000">
                      <a:alpha val="43137"/>
                    </a:srgbClr>
                  </a:outerShdw>
                </a:effectLst>
              </a:rPr>
              <a:t>案例 5：广东省知识产权发展水平的综合评价</a:t>
            </a:r>
          </a:p>
        </p:txBody>
      </p:sp>
      <p:pic>
        <p:nvPicPr>
          <p:cNvPr id="4" name="图片 3"/>
          <p:cNvPicPr>
            <a:picLocks noChangeAspect="1"/>
          </p:cNvPicPr>
          <p:nvPr/>
        </p:nvPicPr>
        <p:blipFill>
          <a:blip r:embed="rId3"/>
          <a:stretch>
            <a:fillRect/>
          </a:stretch>
        </p:blipFill>
        <p:spPr>
          <a:xfrm>
            <a:off x="551815" y="764540"/>
            <a:ext cx="10450830" cy="1132840"/>
          </a:xfrm>
          <a:prstGeom prst="rect">
            <a:avLst/>
          </a:prstGeom>
        </p:spPr>
      </p:pic>
      <p:pic>
        <p:nvPicPr>
          <p:cNvPr id="6" name="图片 5"/>
          <p:cNvPicPr>
            <a:picLocks noChangeAspect="1"/>
          </p:cNvPicPr>
          <p:nvPr/>
        </p:nvPicPr>
        <p:blipFill>
          <a:blip r:embed="rId4"/>
          <a:stretch>
            <a:fillRect/>
          </a:stretch>
        </p:blipFill>
        <p:spPr>
          <a:xfrm>
            <a:off x="551815" y="1917065"/>
            <a:ext cx="8856980" cy="4704715"/>
          </a:xfrm>
          <a:prstGeom prst="rect">
            <a:avLst/>
          </a:prstGeom>
        </p:spPr>
      </p:pic>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nodeType="with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6"/>
                                        </p:tgtEl>
                                        <p:attrNameLst>
                                          <p:attrName>style.visibility</p:attrName>
                                        </p:attrNameLst>
                                      </p:cBhvr>
                                      <p:to>
                                        <p:strVal val="visible"/>
                                      </p:to>
                                    </p:set>
                                    <p:anim calcmode="lin" valueType="num">
                                      <p:cBhvr additive="base">
                                        <p:cTn id="13" dur="500" fill="hold"/>
                                        <p:tgtEl>
                                          <p:spTgt spid="6"/>
                                        </p:tgtEl>
                                        <p:attrNameLst>
                                          <p:attrName>ppt_x</p:attrName>
                                        </p:attrNameLst>
                                      </p:cBhvr>
                                      <p:tavLst>
                                        <p:tav tm="0">
                                          <p:val>
                                            <p:strVal val="#ppt_x"/>
                                          </p:val>
                                        </p:tav>
                                        <p:tav tm="100000">
                                          <p:val>
                                            <p:strVal val="#ppt_x"/>
                                          </p:val>
                                        </p:tav>
                                      </p:tavLst>
                                    </p:anim>
                                    <p:anim calcmode="lin" valueType="num">
                                      <p:cBhvr additive="base">
                                        <p:cTn id="14" dur="500" fill="hold"/>
                                        <p:tgtEl>
                                          <p:spTgt spid="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p:cNvSpPr txBox="1"/>
          <p:nvPr/>
        </p:nvSpPr>
        <p:spPr>
          <a:xfrm>
            <a:off x="263525" y="116840"/>
            <a:ext cx="8097520" cy="521970"/>
          </a:xfrm>
          <a:prstGeom prst="rect">
            <a:avLst/>
          </a:prstGeom>
          <a:noFill/>
        </p:spPr>
        <p:txBody>
          <a:bodyPr wrap="square" rtlCol="0" anchor="t">
            <a:spAutoFit/>
          </a:bodyPr>
          <a:lstStyle/>
          <a:p>
            <a:r>
              <a:rPr lang="zh-CN" altLang="en-US" sz="2800" b="1">
                <a:solidFill>
                  <a:srgbClr val="C00000"/>
                </a:solidFill>
                <a:effectLst>
                  <a:outerShdw blurRad="38100" dist="38100" dir="2700000" algn="tl">
                    <a:srgbClr val="000000">
                      <a:alpha val="43137"/>
                    </a:srgbClr>
                  </a:outerShdw>
                </a:effectLst>
              </a:rPr>
              <a:t>案例 5：广东省知识产权发展水平的综合评价</a:t>
            </a:r>
          </a:p>
        </p:txBody>
      </p:sp>
      <p:sp>
        <p:nvSpPr>
          <p:cNvPr id="7" name="文本框 6"/>
          <p:cNvSpPr txBox="1"/>
          <p:nvPr/>
        </p:nvSpPr>
        <p:spPr>
          <a:xfrm>
            <a:off x="263525" y="710565"/>
            <a:ext cx="6096000" cy="460375"/>
          </a:xfrm>
          <a:prstGeom prst="rect">
            <a:avLst/>
          </a:prstGeom>
          <a:noFill/>
        </p:spPr>
        <p:txBody>
          <a:bodyPr wrap="square" rtlCol="0" anchor="t">
            <a:spAutoFit/>
          </a:bodyPr>
          <a:lstStyle/>
          <a:p>
            <a:r>
              <a:rPr lang="zh-CN" altLang="en-US" sz="2400" b="1">
                <a:solidFill>
                  <a:srgbClr val="0053EC"/>
                </a:solidFill>
              </a:rPr>
              <a:t>三、Jupyter 操作</a:t>
            </a:r>
          </a:p>
        </p:txBody>
      </p:sp>
      <p:pic>
        <p:nvPicPr>
          <p:cNvPr id="4" name="图片 3"/>
          <p:cNvPicPr>
            <a:picLocks noChangeAspect="1"/>
          </p:cNvPicPr>
          <p:nvPr/>
        </p:nvPicPr>
        <p:blipFill>
          <a:blip r:embed="rId3"/>
          <a:stretch>
            <a:fillRect/>
          </a:stretch>
        </p:blipFill>
        <p:spPr>
          <a:xfrm>
            <a:off x="1199515" y="1557020"/>
            <a:ext cx="9467850" cy="3695700"/>
          </a:xfrm>
          <a:prstGeom prst="rect">
            <a:avLst/>
          </a:prstGeom>
        </p:spPr>
      </p:pic>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nodeType="with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p:cNvSpPr txBox="1"/>
          <p:nvPr/>
        </p:nvSpPr>
        <p:spPr>
          <a:xfrm>
            <a:off x="263525" y="116840"/>
            <a:ext cx="8097520" cy="521970"/>
          </a:xfrm>
          <a:prstGeom prst="rect">
            <a:avLst/>
          </a:prstGeom>
          <a:noFill/>
        </p:spPr>
        <p:txBody>
          <a:bodyPr wrap="square" rtlCol="0" anchor="t">
            <a:spAutoFit/>
          </a:bodyPr>
          <a:lstStyle/>
          <a:p>
            <a:r>
              <a:rPr lang="zh-CN" altLang="en-US" sz="2800" b="1">
                <a:solidFill>
                  <a:srgbClr val="C00000"/>
                </a:solidFill>
                <a:effectLst>
                  <a:outerShdw blurRad="38100" dist="38100" dir="2700000" algn="tl">
                    <a:srgbClr val="000000">
                      <a:alpha val="43137"/>
                    </a:srgbClr>
                  </a:outerShdw>
                </a:effectLst>
              </a:rPr>
              <a:t>案例 5：广东省知识产权发展水平的综合评价</a:t>
            </a:r>
          </a:p>
        </p:txBody>
      </p:sp>
      <p:pic>
        <p:nvPicPr>
          <p:cNvPr id="2" name="图片 1"/>
          <p:cNvPicPr>
            <a:picLocks noChangeAspect="1"/>
          </p:cNvPicPr>
          <p:nvPr/>
        </p:nvPicPr>
        <p:blipFill>
          <a:blip r:embed="rId3"/>
          <a:stretch>
            <a:fillRect/>
          </a:stretch>
        </p:blipFill>
        <p:spPr>
          <a:xfrm>
            <a:off x="551815" y="764540"/>
            <a:ext cx="10501630" cy="1081405"/>
          </a:xfrm>
          <a:prstGeom prst="rect">
            <a:avLst/>
          </a:prstGeom>
        </p:spPr>
      </p:pic>
      <p:pic>
        <p:nvPicPr>
          <p:cNvPr id="3" name="图片 2"/>
          <p:cNvPicPr>
            <a:picLocks noChangeAspect="1"/>
          </p:cNvPicPr>
          <p:nvPr/>
        </p:nvPicPr>
        <p:blipFill>
          <a:blip r:embed="rId4"/>
          <a:stretch>
            <a:fillRect/>
          </a:stretch>
        </p:blipFill>
        <p:spPr>
          <a:xfrm>
            <a:off x="623570" y="1844675"/>
            <a:ext cx="8882380" cy="4820920"/>
          </a:xfrm>
          <a:prstGeom prst="rect">
            <a:avLst/>
          </a:prstGeom>
        </p:spPr>
      </p:pic>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nodeType="with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gtEl>
                                        <p:attrNameLst>
                                          <p:attrName>style.visibility</p:attrName>
                                        </p:attrNameLst>
                                      </p:cBhvr>
                                      <p:to>
                                        <p:strVal val="visible"/>
                                      </p:to>
                                    </p:set>
                                    <p:anim calcmode="lin" valueType="num">
                                      <p:cBhvr additive="base">
                                        <p:cTn id="13" dur="500" fill="hold"/>
                                        <p:tgtEl>
                                          <p:spTgt spid="3"/>
                                        </p:tgtEl>
                                        <p:attrNameLst>
                                          <p:attrName>ppt_x</p:attrName>
                                        </p:attrNameLst>
                                      </p:cBhvr>
                                      <p:tavLst>
                                        <p:tav tm="0">
                                          <p:val>
                                            <p:strVal val="#ppt_x"/>
                                          </p:val>
                                        </p:tav>
                                        <p:tav tm="100000">
                                          <p:val>
                                            <p:strVal val="#ppt_x"/>
                                          </p:val>
                                        </p:tav>
                                      </p:tavLst>
                                    </p:anim>
                                    <p:anim calcmode="lin" valueType="num">
                                      <p:cBhvr additive="base">
                                        <p:cTn id="14" dur="500" fill="hold"/>
                                        <p:tgtEl>
                                          <p:spTgt spid="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p:cNvSpPr txBox="1"/>
          <p:nvPr/>
        </p:nvSpPr>
        <p:spPr>
          <a:xfrm>
            <a:off x="263525" y="116840"/>
            <a:ext cx="8097520" cy="521970"/>
          </a:xfrm>
          <a:prstGeom prst="rect">
            <a:avLst/>
          </a:prstGeom>
          <a:noFill/>
        </p:spPr>
        <p:txBody>
          <a:bodyPr wrap="square" rtlCol="0" anchor="t">
            <a:spAutoFit/>
          </a:bodyPr>
          <a:lstStyle/>
          <a:p>
            <a:r>
              <a:rPr lang="zh-CN" altLang="en-US" sz="2800" b="1">
                <a:solidFill>
                  <a:srgbClr val="C00000"/>
                </a:solidFill>
                <a:effectLst>
                  <a:outerShdw blurRad="38100" dist="38100" dir="2700000" algn="tl">
                    <a:srgbClr val="000000">
                      <a:alpha val="43137"/>
                    </a:srgbClr>
                  </a:outerShdw>
                </a:effectLst>
              </a:rPr>
              <a:t>案例 5：广东省知识产权发展水平的综合评价</a:t>
            </a:r>
          </a:p>
        </p:txBody>
      </p:sp>
      <p:sp>
        <p:nvSpPr>
          <p:cNvPr id="7" name="文本框 6"/>
          <p:cNvSpPr txBox="1"/>
          <p:nvPr/>
        </p:nvSpPr>
        <p:spPr>
          <a:xfrm>
            <a:off x="263525" y="710565"/>
            <a:ext cx="6096000" cy="460375"/>
          </a:xfrm>
          <a:prstGeom prst="rect">
            <a:avLst/>
          </a:prstGeom>
          <a:noFill/>
        </p:spPr>
        <p:txBody>
          <a:bodyPr wrap="square" rtlCol="0" anchor="t">
            <a:spAutoFit/>
          </a:bodyPr>
          <a:lstStyle/>
          <a:p>
            <a:r>
              <a:rPr lang="zh-CN" altLang="en-US" sz="2400" b="1">
                <a:solidFill>
                  <a:srgbClr val="0053EC"/>
                </a:solidFill>
              </a:rPr>
              <a:t>三、Jupyter 操作</a:t>
            </a:r>
          </a:p>
        </p:txBody>
      </p:sp>
      <p:pic>
        <p:nvPicPr>
          <p:cNvPr id="3" name="图片 2"/>
          <p:cNvPicPr>
            <a:picLocks noChangeAspect="1"/>
          </p:cNvPicPr>
          <p:nvPr/>
        </p:nvPicPr>
        <p:blipFill>
          <a:blip r:embed="rId3"/>
          <a:stretch>
            <a:fillRect/>
          </a:stretch>
        </p:blipFill>
        <p:spPr>
          <a:xfrm>
            <a:off x="335280" y="1340485"/>
            <a:ext cx="3009900" cy="485775"/>
          </a:xfrm>
          <a:prstGeom prst="rect">
            <a:avLst/>
          </a:prstGeom>
        </p:spPr>
      </p:pic>
      <p:pic>
        <p:nvPicPr>
          <p:cNvPr id="4" name="图片 3"/>
          <p:cNvPicPr>
            <a:picLocks noChangeAspect="1"/>
          </p:cNvPicPr>
          <p:nvPr/>
        </p:nvPicPr>
        <p:blipFill>
          <a:blip r:embed="rId4"/>
          <a:stretch>
            <a:fillRect/>
          </a:stretch>
        </p:blipFill>
        <p:spPr>
          <a:xfrm>
            <a:off x="4079875" y="638810"/>
            <a:ext cx="7726680" cy="6155690"/>
          </a:xfrm>
          <a:prstGeom prst="rect">
            <a:avLst/>
          </a:prstGeom>
        </p:spPr>
      </p:pic>
      <p:sp>
        <p:nvSpPr>
          <p:cNvPr id="6" name="文本框 5"/>
          <p:cNvSpPr txBox="1"/>
          <p:nvPr/>
        </p:nvSpPr>
        <p:spPr>
          <a:xfrm>
            <a:off x="263525" y="2853055"/>
            <a:ext cx="4608830" cy="819785"/>
          </a:xfrm>
          <a:prstGeom prst="rect">
            <a:avLst/>
          </a:prstGeom>
          <a:noFill/>
        </p:spPr>
        <p:txBody>
          <a:bodyPr wrap="square" rtlCol="0" anchor="t">
            <a:noAutofit/>
          </a:bodyPr>
          <a:lstStyle/>
          <a:p>
            <a:r>
              <a:rPr lang="pl-PL" altLang="zh-CN" sz="2000" b="1">
                <a:solidFill>
                  <a:srgbClr val="0053EC"/>
                </a:solidFill>
                <a:sym typeface="+mn-ea"/>
              </a:rPr>
              <a:t>B1_W=</a:t>
            </a:r>
            <a:r>
              <a:rPr lang="en-US" altLang="zh-CN" sz="2000" b="1">
                <a:solidFill>
                  <a:srgbClr val="0053EC"/>
                </a:solidFill>
                <a:sym typeface="+mn-ea"/>
              </a:rPr>
              <a:t>(</a:t>
            </a:r>
            <a:r>
              <a:rPr altLang="zh-CN" sz="2000" b="1">
                <a:solidFill>
                  <a:srgbClr val="0053EC"/>
                </a:solidFill>
                <a:sym typeface="+mn-ea"/>
              </a:rPr>
              <a:t>0.4481, 0.1427, 0.0909, </a:t>
            </a:r>
            <a:r>
              <a:rPr lang="en-US" sz="2000" b="1">
                <a:solidFill>
                  <a:srgbClr val="0053EC"/>
                </a:solidFill>
                <a:sym typeface="+mn-ea"/>
              </a:rPr>
              <a:t>  </a:t>
            </a:r>
            <a:r>
              <a:rPr altLang="zh-CN" sz="2000" b="1">
                <a:solidFill>
                  <a:srgbClr val="0053EC"/>
                </a:solidFill>
                <a:sym typeface="+mn-ea"/>
              </a:rPr>
              <a:t>0.2205, 0.0584, 0.0394</a:t>
            </a:r>
            <a:r>
              <a:rPr lang="en-US" altLang="zh-CN" sz="2000" b="1">
                <a:solidFill>
                  <a:srgbClr val="0053EC"/>
                </a:solidFill>
                <a:sym typeface="+mn-ea"/>
              </a:rPr>
              <a:t>)</a:t>
            </a:r>
          </a:p>
        </p:txBody>
      </p:sp>
      <p:sp>
        <p:nvSpPr>
          <p:cNvPr id="12" name="文本框 11"/>
          <p:cNvSpPr txBox="1"/>
          <p:nvPr/>
        </p:nvSpPr>
        <p:spPr>
          <a:xfrm>
            <a:off x="263525" y="2205355"/>
            <a:ext cx="4608830" cy="530860"/>
          </a:xfrm>
          <a:prstGeom prst="rect">
            <a:avLst/>
          </a:prstGeom>
          <a:noFill/>
        </p:spPr>
        <p:txBody>
          <a:bodyPr wrap="square" rtlCol="0" anchor="t">
            <a:noAutofit/>
          </a:bodyPr>
          <a:lstStyle/>
          <a:p>
            <a:r>
              <a:rPr lang="pl-PL" altLang="zh-CN" sz="2000" b="1">
                <a:solidFill>
                  <a:srgbClr val="0053EC"/>
                </a:solidFill>
                <a:sym typeface="+mn-ea"/>
              </a:rPr>
              <a:t>B_W=</a:t>
            </a:r>
            <a:r>
              <a:rPr lang="en-US" altLang="zh-CN" sz="2000" b="1">
                <a:solidFill>
                  <a:srgbClr val="0053EC"/>
                </a:solidFill>
                <a:sym typeface="+mn-ea"/>
              </a:rPr>
              <a:t>(</a:t>
            </a:r>
            <a:r>
              <a:rPr sz="2000" b="1">
                <a:solidFill>
                  <a:srgbClr val="0053EC"/>
                </a:solidFill>
                <a:sym typeface="+mn-ea"/>
              </a:rPr>
              <a:t>0.637 , 0.2583, 0.1047</a:t>
            </a:r>
            <a:r>
              <a:rPr lang="en-US" altLang="zh-CN" sz="2000" b="1">
                <a:solidFill>
                  <a:srgbClr val="0053EC"/>
                </a:solidFill>
                <a:sym typeface="+mn-ea"/>
              </a:rPr>
              <a:t>)</a:t>
            </a:r>
          </a:p>
        </p:txBody>
      </p:sp>
      <p:sp>
        <p:nvSpPr>
          <p:cNvPr id="13" name="文本框 12"/>
          <p:cNvSpPr txBox="1"/>
          <p:nvPr/>
        </p:nvSpPr>
        <p:spPr>
          <a:xfrm>
            <a:off x="263525" y="3789680"/>
            <a:ext cx="4608830" cy="819785"/>
          </a:xfrm>
          <a:prstGeom prst="rect">
            <a:avLst/>
          </a:prstGeom>
          <a:noFill/>
        </p:spPr>
        <p:txBody>
          <a:bodyPr wrap="square" rtlCol="0" anchor="t">
            <a:noAutofit/>
          </a:bodyPr>
          <a:lstStyle/>
          <a:p>
            <a:r>
              <a:rPr lang="pl-PL" altLang="zh-CN" sz="2000" b="1">
                <a:solidFill>
                  <a:srgbClr val="0053EC"/>
                </a:solidFill>
                <a:sym typeface="+mn-ea"/>
              </a:rPr>
              <a:t>B</a:t>
            </a:r>
            <a:r>
              <a:rPr lang="en-US" altLang="pl-PL" sz="2000" b="1">
                <a:solidFill>
                  <a:srgbClr val="0053EC"/>
                </a:solidFill>
                <a:sym typeface="+mn-ea"/>
              </a:rPr>
              <a:t>2</a:t>
            </a:r>
            <a:r>
              <a:rPr lang="pl-PL" altLang="zh-CN" sz="2000" b="1">
                <a:solidFill>
                  <a:srgbClr val="0053EC"/>
                </a:solidFill>
                <a:sym typeface="+mn-ea"/>
              </a:rPr>
              <a:t>_W=</a:t>
            </a:r>
            <a:r>
              <a:rPr lang="en-US" altLang="zh-CN" sz="2000" b="1">
                <a:solidFill>
                  <a:srgbClr val="0053EC"/>
                </a:solidFill>
                <a:sym typeface="+mn-ea"/>
              </a:rPr>
              <a:t>(</a:t>
            </a:r>
            <a:r>
              <a:rPr sz="2000" b="1">
                <a:solidFill>
                  <a:srgbClr val="0053EC"/>
                </a:solidFill>
                <a:sym typeface="+mn-ea"/>
              </a:rPr>
              <a:t>0.5059, 0.2082, 0.1418, 0.0677, 0.0451, 0.0313</a:t>
            </a:r>
            <a:r>
              <a:rPr lang="en-US" altLang="zh-CN" sz="2000" b="1">
                <a:solidFill>
                  <a:srgbClr val="0053EC"/>
                </a:solidFill>
                <a:sym typeface="+mn-ea"/>
              </a:rPr>
              <a:t>)</a:t>
            </a:r>
          </a:p>
        </p:txBody>
      </p:sp>
      <p:sp>
        <p:nvSpPr>
          <p:cNvPr id="14" name="文本框 13"/>
          <p:cNvSpPr txBox="1"/>
          <p:nvPr/>
        </p:nvSpPr>
        <p:spPr>
          <a:xfrm>
            <a:off x="335280" y="4699635"/>
            <a:ext cx="4258945" cy="819785"/>
          </a:xfrm>
          <a:prstGeom prst="rect">
            <a:avLst/>
          </a:prstGeom>
          <a:noFill/>
        </p:spPr>
        <p:txBody>
          <a:bodyPr wrap="square" rtlCol="0" anchor="t">
            <a:noAutofit/>
          </a:bodyPr>
          <a:lstStyle/>
          <a:p>
            <a:r>
              <a:rPr lang="pl-PL" altLang="zh-CN" sz="2000" b="1">
                <a:solidFill>
                  <a:srgbClr val="0053EC"/>
                </a:solidFill>
                <a:sym typeface="+mn-ea"/>
              </a:rPr>
              <a:t>B</a:t>
            </a:r>
            <a:r>
              <a:rPr lang="en-US" altLang="pl-PL" sz="2000" b="1">
                <a:solidFill>
                  <a:srgbClr val="0053EC"/>
                </a:solidFill>
                <a:sym typeface="+mn-ea"/>
              </a:rPr>
              <a:t>3</a:t>
            </a:r>
            <a:r>
              <a:rPr lang="pl-PL" altLang="zh-CN" sz="2000" b="1">
                <a:solidFill>
                  <a:srgbClr val="0053EC"/>
                </a:solidFill>
                <a:sym typeface="+mn-ea"/>
              </a:rPr>
              <a:t>_W=</a:t>
            </a:r>
            <a:r>
              <a:rPr lang="en-US" altLang="zh-CN" sz="2000" b="1">
                <a:solidFill>
                  <a:srgbClr val="0053EC"/>
                </a:solidFill>
                <a:sym typeface="+mn-ea"/>
              </a:rPr>
              <a:t>(</a:t>
            </a:r>
            <a:r>
              <a:rPr sz="2000" b="1">
                <a:solidFill>
                  <a:srgbClr val="0053EC"/>
                </a:solidFill>
                <a:sym typeface="+mn-ea"/>
              </a:rPr>
              <a:t>0.2678, 0.0545, 0.173 , 0.0358, 0.1654, 0.0358, 0.2678</a:t>
            </a:r>
            <a:r>
              <a:rPr lang="en-US" altLang="zh-CN" sz="2000" b="1">
                <a:solidFill>
                  <a:srgbClr val="0053EC"/>
                </a:solidFill>
                <a:sym typeface="+mn-ea"/>
              </a:rPr>
              <a:t>)</a:t>
            </a:r>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ppt_x"/>
                                          </p:val>
                                        </p:tav>
                                        <p:tav tm="100000">
                                          <p:val>
                                            <p:strVal val="#ppt_x"/>
                                          </p:val>
                                        </p:tav>
                                      </p:tavLst>
                                    </p:anim>
                                    <p:anim calcmode="lin" valueType="num">
                                      <p:cBhvr additive="base">
                                        <p:cTn id="8"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2" presetClass="entr" presetSubtype="1" fill="hold" grpId="0" nodeType="clickEffect">
                                  <p:stCondLst>
                                    <p:cond delay="0"/>
                                  </p:stCondLst>
                                  <p:childTnLst>
                                    <p:set>
                                      <p:cBhvr>
                                        <p:cTn id="12" dur="1" fill="hold">
                                          <p:stCondLst>
                                            <p:cond delay="0"/>
                                          </p:stCondLst>
                                        </p:cTn>
                                        <p:tgtEl>
                                          <p:spTgt spid="12"/>
                                        </p:tgtEl>
                                        <p:attrNameLst>
                                          <p:attrName>style.visibility</p:attrName>
                                        </p:attrNameLst>
                                      </p:cBhvr>
                                      <p:to>
                                        <p:strVal val="visible"/>
                                      </p:to>
                                    </p:set>
                                    <p:animEffect transition="in" filter="wipe(up)">
                                      <p:cBhvr>
                                        <p:cTn id="13" dur="500"/>
                                        <p:tgtEl>
                                          <p:spTgt spid="12"/>
                                        </p:tgtEl>
                                      </p:cBhvr>
                                    </p:animEffect>
                                  </p:childTnLst>
                                </p:cTn>
                              </p:par>
                              <p:par>
                                <p:cTn id="14" presetID="22" presetClass="entr" presetSubtype="1" fill="hold" grpId="0" nodeType="withEffect">
                                  <p:stCondLst>
                                    <p:cond delay="0"/>
                                  </p:stCondLst>
                                  <p:childTnLst>
                                    <p:set>
                                      <p:cBhvr>
                                        <p:cTn id="15" dur="1" fill="hold">
                                          <p:stCondLst>
                                            <p:cond delay="0"/>
                                          </p:stCondLst>
                                        </p:cTn>
                                        <p:tgtEl>
                                          <p:spTgt spid="6"/>
                                        </p:tgtEl>
                                        <p:attrNameLst>
                                          <p:attrName>style.visibility</p:attrName>
                                        </p:attrNameLst>
                                      </p:cBhvr>
                                      <p:to>
                                        <p:strVal val="visible"/>
                                      </p:to>
                                    </p:set>
                                    <p:animEffect transition="in" filter="wipe(up)">
                                      <p:cBhvr>
                                        <p:cTn id="16" dur="500"/>
                                        <p:tgtEl>
                                          <p:spTgt spid="6"/>
                                        </p:tgtEl>
                                      </p:cBhvr>
                                    </p:animEffect>
                                  </p:childTnLst>
                                </p:cTn>
                              </p:par>
                              <p:par>
                                <p:cTn id="17" presetID="22" presetClass="entr" presetSubtype="1" fill="hold" grpId="0" nodeType="withEffect">
                                  <p:stCondLst>
                                    <p:cond delay="0"/>
                                  </p:stCondLst>
                                  <p:childTnLst>
                                    <p:set>
                                      <p:cBhvr>
                                        <p:cTn id="18" dur="1" fill="hold">
                                          <p:stCondLst>
                                            <p:cond delay="0"/>
                                          </p:stCondLst>
                                        </p:cTn>
                                        <p:tgtEl>
                                          <p:spTgt spid="13"/>
                                        </p:tgtEl>
                                        <p:attrNameLst>
                                          <p:attrName>style.visibility</p:attrName>
                                        </p:attrNameLst>
                                      </p:cBhvr>
                                      <p:to>
                                        <p:strVal val="visible"/>
                                      </p:to>
                                    </p:set>
                                    <p:animEffect transition="in" filter="wipe(up)">
                                      <p:cBhvr>
                                        <p:cTn id="19" dur="500"/>
                                        <p:tgtEl>
                                          <p:spTgt spid="13"/>
                                        </p:tgtEl>
                                      </p:cBhvr>
                                    </p:animEffect>
                                  </p:childTnLst>
                                </p:cTn>
                              </p:par>
                              <p:par>
                                <p:cTn id="20" presetID="22" presetClass="entr" presetSubtype="1" fill="hold" grpId="0" nodeType="withEffect">
                                  <p:stCondLst>
                                    <p:cond delay="0"/>
                                  </p:stCondLst>
                                  <p:childTnLst>
                                    <p:set>
                                      <p:cBhvr>
                                        <p:cTn id="21" dur="1" fill="hold">
                                          <p:stCondLst>
                                            <p:cond delay="0"/>
                                          </p:stCondLst>
                                        </p:cTn>
                                        <p:tgtEl>
                                          <p:spTgt spid="14"/>
                                        </p:tgtEl>
                                        <p:attrNameLst>
                                          <p:attrName>style.visibility</p:attrName>
                                        </p:attrNameLst>
                                      </p:cBhvr>
                                      <p:to>
                                        <p:strVal val="visible"/>
                                      </p:to>
                                    </p:set>
                                    <p:animEffect transition="in" filter="wipe(up)">
                                      <p:cBhvr>
                                        <p:cTn id="22" dur="500"/>
                                        <p:tgtEl>
                                          <p:spTgt spid="14"/>
                                        </p:tgtEl>
                                      </p:cBhvr>
                                    </p:animEffect>
                                  </p:childTnLst>
                                </p:cTn>
                              </p:par>
                            </p:childTnLst>
                          </p:cTn>
                        </p:par>
                      </p:childTnLst>
                    </p:cTn>
                  </p:par>
                  <p:par>
                    <p:cTn id="23" fill="hold">
                      <p:stCondLst>
                        <p:cond delay="indefinite"/>
                      </p:stCondLst>
                      <p:childTnLst>
                        <p:par>
                          <p:cTn id="24" fill="hold">
                            <p:stCondLst>
                              <p:cond delay="0"/>
                            </p:stCondLst>
                            <p:childTnLst>
                              <p:par>
                                <p:cTn id="25" presetID="13" presetClass="entr" presetSubtype="16" fill="hold" nodeType="clickEffect">
                                  <p:stCondLst>
                                    <p:cond delay="0"/>
                                  </p:stCondLst>
                                  <p:childTnLst>
                                    <p:set>
                                      <p:cBhvr>
                                        <p:cTn id="26" dur="1" fill="hold">
                                          <p:stCondLst>
                                            <p:cond delay="0"/>
                                          </p:stCondLst>
                                        </p:cTn>
                                        <p:tgtEl>
                                          <p:spTgt spid="4"/>
                                        </p:tgtEl>
                                        <p:attrNameLst>
                                          <p:attrName>style.visibility</p:attrName>
                                        </p:attrNameLst>
                                      </p:cBhvr>
                                      <p:to>
                                        <p:strVal val="visible"/>
                                      </p:to>
                                    </p:set>
                                    <p:animEffect transition="in" filter="plus(in)">
                                      <p:cBhvr>
                                        <p:cTn id="27" dur="20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6" grpId="1"/>
      <p:bldP spid="12" grpId="0"/>
      <p:bldP spid="12" grpId="1"/>
      <p:bldP spid="13" grpId="0"/>
      <p:bldP spid="13" grpId="1"/>
      <p:bldP spid="14" grpId="0"/>
      <p:bldP spid="14" grpId="1"/>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p:cNvSpPr txBox="1"/>
          <p:nvPr/>
        </p:nvSpPr>
        <p:spPr>
          <a:xfrm>
            <a:off x="263525" y="116840"/>
            <a:ext cx="8097520" cy="521970"/>
          </a:xfrm>
          <a:prstGeom prst="rect">
            <a:avLst/>
          </a:prstGeom>
          <a:noFill/>
        </p:spPr>
        <p:txBody>
          <a:bodyPr wrap="square" rtlCol="0" anchor="t">
            <a:spAutoFit/>
          </a:bodyPr>
          <a:lstStyle/>
          <a:p>
            <a:r>
              <a:rPr lang="zh-CN" altLang="en-US" sz="2800" b="1">
                <a:solidFill>
                  <a:srgbClr val="C00000"/>
                </a:solidFill>
                <a:effectLst>
                  <a:outerShdw blurRad="38100" dist="38100" dir="2700000" algn="tl">
                    <a:srgbClr val="000000">
                      <a:alpha val="43137"/>
                    </a:srgbClr>
                  </a:outerShdw>
                </a:effectLst>
              </a:rPr>
              <a:t>案例 5：广东省知识产权发展水平的综合评价</a:t>
            </a:r>
          </a:p>
        </p:txBody>
      </p:sp>
      <p:sp>
        <p:nvSpPr>
          <p:cNvPr id="7" name="文本框 6"/>
          <p:cNvSpPr txBox="1"/>
          <p:nvPr/>
        </p:nvSpPr>
        <p:spPr>
          <a:xfrm>
            <a:off x="263525" y="710565"/>
            <a:ext cx="6096000" cy="460375"/>
          </a:xfrm>
          <a:prstGeom prst="rect">
            <a:avLst/>
          </a:prstGeom>
          <a:noFill/>
        </p:spPr>
        <p:txBody>
          <a:bodyPr wrap="square" rtlCol="0" anchor="t">
            <a:spAutoFit/>
          </a:bodyPr>
          <a:lstStyle/>
          <a:p>
            <a:r>
              <a:rPr lang="zh-CN" altLang="en-US" sz="2400" b="1">
                <a:solidFill>
                  <a:srgbClr val="0053EC"/>
                </a:solidFill>
              </a:rPr>
              <a:t>四、综合评价分析</a:t>
            </a:r>
          </a:p>
        </p:txBody>
      </p:sp>
      <p:pic>
        <p:nvPicPr>
          <p:cNvPr id="2" name="图片 1"/>
          <p:cNvPicPr>
            <a:picLocks noChangeAspect="1"/>
          </p:cNvPicPr>
          <p:nvPr/>
        </p:nvPicPr>
        <p:blipFill>
          <a:blip r:embed="rId4"/>
          <a:stretch>
            <a:fillRect/>
          </a:stretch>
        </p:blipFill>
        <p:spPr>
          <a:xfrm>
            <a:off x="407670" y="1340485"/>
            <a:ext cx="6882130" cy="624205"/>
          </a:xfrm>
          <a:prstGeom prst="rect">
            <a:avLst/>
          </a:prstGeom>
        </p:spPr>
      </p:pic>
      <p:grpSp>
        <p:nvGrpSpPr>
          <p:cNvPr id="11" name="组合 10"/>
          <p:cNvGrpSpPr/>
          <p:nvPr/>
        </p:nvGrpSpPr>
        <p:grpSpPr>
          <a:xfrm>
            <a:off x="3071495" y="692785"/>
            <a:ext cx="8362950" cy="6130925"/>
            <a:chOff x="4837" y="1091"/>
            <a:chExt cx="13170" cy="9655"/>
          </a:xfrm>
        </p:grpSpPr>
        <p:pic>
          <p:nvPicPr>
            <p:cNvPr id="8" name="图片 7"/>
            <p:cNvPicPr>
              <a:picLocks noChangeAspect="1"/>
            </p:cNvPicPr>
            <p:nvPr/>
          </p:nvPicPr>
          <p:blipFill>
            <a:blip r:embed="rId5"/>
            <a:stretch>
              <a:fillRect/>
            </a:stretch>
          </p:blipFill>
          <p:spPr>
            <a:xfrm>
              <a:off x="4837" y="1091"/>
              <a:ext cx="13170" cy="4770"/>
            </a:xfrm>
            <a:prstGeom prst="rect">
              <a:avLst/>
            </a:prstGeom>
          </p:spPr>
        </p:pic>
        <p:pic>
          <p:nvPicPr>
            <p:cNvPr id="10" name="图片 9"/>
            <p:cNvPicPr>
              <a:picLocks noChangeAspect="1"/>
            </p:cNvPicPr>
            <p:nvPr>
              <p:custDataLst>
                <p:tags r:id="rId1"/>
              </p:custDataLst>
            </p:nvPr>
          </p:nvPicPr>
          <p:blipFill>
            <a:blip r:embed="rId6"/>
            <a:stretch>
              <a:fillRect/>
            </a:stretch>
          </p:blipFill>
          <p:spPr>
            <a:xfrm>
              <a:off x="4837" y="5946"/>
              <a:ext cx="10403" cy="4800"/>
            </a:xfrm>
            <a:prstGeom prst="rect">
              <a:avLst/>
            </a:prstGeom>
          </p:spPr>
        </p:pic>
      </p:gr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11"/>
                                        </p:tgtEl>
                                        <p:attrNameLst>
                                          <p:attrName>style.visibility</p:attrName>
                                        </p:attrNameLst>
                                      </p:cBhvr>
                                      <p:to>
                                        <p:strVal val="visible"/>
                                      </p:to>
                                    </p:set>
                                    <p:anim calcmode="lin" valueType="num">
                                      <p:cBhvr additive="base">
                                        <p:cTn id="13" dur="500" fill="hold"/>
                                        <p:tgtEl>
                                          <p:spTgt spid="11"/>
                                        </p:tgtEl>
                                        <p:attrNameLst>
                                          <p:attrName>ppt_x</p:attrName>
                                        </p:attrNameLst>
                                      </p:cBhvr>
                                      <p:tavLst>
                                        <p:tav tm="0">
                                          <p:val>
                                            <p:strVal val="#ppt_x"/>
                                          </p:val>
                                        </p:tav>
                                        <p:tav tm="100000">
                                          <p:val>
                                            <p:strVal val="#ppt_x"/>
                                          </p:val>
                                        </p:tav>
                                      </p:tavLst>
                                    </p:anim>
                                    <p:anim calcmode="lin" valueType="num">
                                      <p:cBhvr additive="base">
                                        <p:cTn id="14" dur="500" fill="hold"/>
                                        <p:tgtEl>
                                          <p:spTgt spid="1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文本框 6"/>
          <p:cNvSpPr txBox="1"/>
          <p:nvPr/>
        </p:nvSpPr>
        <p:spPr>
          <a:xfrm>
            <a:off x="191770" y="80645"/>
            <a:ext cx="6096000" cy="460375"/>
          </a:xfrm>
          <a:prstGeom prst="rect">
            <a:avLst/>
          </a:prstGeom>
          <a:noFill/>
        </p:spPr>
        <p:txBody>
          <a:bodyPr wrap="square" rtlCol="0" anchor="t">
            <a:spAutoFit/>
          </a:bodyPr>
          <a:lstStyle/>
          <a:p>
            <a:r>
              <a:rPr lang="zh-CN" altLang="en-US" sz="2400" b="1">
                <a:solidFill>
                  <a:srgbClr val="0053EC"/>
                </a:solidFill>
              </a:rPr>
              <a:t>四、综合评价分析</a:t>
            </a:r>
          </a:p>
        </p:txBody>
      </p:sp>
      <p:grpSp>
        <p:nvGrpSpPr>
          <p:cNvPr id="9" name="组合 8"/>
          <p:cNvGrpSpPr/>
          <p:nvPr/>
        </p:nvGrpSpPr>
        <p:grpSpPr>
          <a:xfrm>
            <a:off x="335915" y="675005"/>
            <a:ext cx="6310630" cy="3353435"/>
            <a:chOff x="2570" y="949"/>
            <a:chExt cx="9938" cy="5281"/>
          </a:xfrm>
        </p:grpSpPr>
        <p:pic>
          <p:nvPicPr>
            <p:cNvPr id="3" name="图片 2"/>
            <p:cNvPicPr>
              <a:picLocks noChangeAspect="1"/>
            </p:cNvPicPr>
            <p:nvPr>
              <p:custDataLst>
                <p:tags r:id="rId1"/>
              </p:custDataLst>
            </p:nvPr>
          </p:nvPicPr>
          <p:blipFill>
            <a:blip r:embed="rId5"/>
            <a:stretch>
              <a:fillRect/>
            </a:stretch>
          </p:blipFill>
          <p:spPr>
            <a:xfrm>
              <a:off x="2570" y="949"/>
              <a:ext cx="9698" cy="2183"/>
            </a:xfrm>
            <a:prstGeom prst="rect">
              <a:avLst/>
            </a:prstGeom>
          </p:spPr>
        </p:pic>
        <p:pic>
          <p:nvPicPr>
            <p:cNvPr id="6" name="图片 5"/>
            <p:cNvPicPr>
              <a:picLocks noChangeAspect="1"/>
            </p:cNvPicPr>
            <p:nvPr>
              <p:custDataLst>
                <p:tags r:id="rId2"/>
              </p:custDataLst>
            </p:nvPr>
          </p:nvPicPr>
          <p:blipFill>
            <a:blip r:embed="rId6"/>
            <a:stretch>
              <a:fillRect/>
            </a:stretch>
          </p:blipFill>
          <p:spPr>
            <a:xfrm>
              <a:off x="2570" y="3132"/>
              <a:ext cx="9938" cy="3098"/>
            </a:xfrm>
            <a:prstGeom prst="rect">
              <a:avLst/>
            </a:prstGeom>
          </p:spPr>
        </p:pic>
      </p:grpSp>
      <p:pic>
        <p:nvPicPr>
          <p:cNvPr id="12" name="图片 11"/>
          <p:cNvPicPr>
            <a:picLocks noChangeAspect="1"/>
          </p:cNvPicPr>
          <p:nvPr/>
        </p:nvPicPr>
        <p:blipFill>
          <a:blip r:embed="rId7"/>
          <a:stretch>
            <a:fillRect/>
          </a:stretch>
        </p:blipFill>
        <p:spPr>
          <a:xfrm>
            <a:off x="4008120" y="548640"/>
            <a:ext cx="7987030" cy="5796280"/>
          </a:xfrm>
          <a:prstGeom prst="rect">
            <a:avLst/>
          </a:prstGeom>
        </p:spPr>
      </p:pic>
      <p:sp>
        <p:nvSpPr>
          <p:cNvPr id="13" name="文本框 12"/>
          <p:cNvSpPr txBox="1"/>
          <p:nvPr/>
        </p:nvSpPr>
        <p:spPr>
          <a:xfrm>
            <a:off x="335915" y="4221480"/>
            <a:ext cx="3386455" cy="1938020"/>
          </a:xfrm>
          <a:prstGeom prst="rect">
            <a:avLst/>
          </a:prstGeom>
          <a:noFill/>
        </p:spPr>
        <p:txBody>
          <a:bodyPr wrap="square" rtlCol="0" anchor="t">
            <a:spAutoFit/>
          </a:bodyPr>
          <a:lstStyle/>
          <a:p>
            <a:r>
              <a:rPr lang="zh-CN" altLang="en-US" sz="2000" b="1">
                <a:solidFill>
                  <a:srgbClr val="FF0000"/>
                </a:solidFill>
              </a:rPr>
              <a:t>从综合评分法和层次分析法的结果可以看出，两种计算结果还是有一些差别的，因为综合评分法用的是等权，而层次分析法给出了不同层次的权重</a:t>
            </a:r>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nodeType="with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additive="base">
                                        <p:cTn id="7" dur="500" fill="hold"/>
                                        <p:tgtEl>
                                          <p:spTgt spid="9"/>
                                        </p:tgtEl>
                                        <p:attrNameLst>
                                          <p:attrName>ppt_x</p:attrName>
                                        </p:attrNameLst>
                                      </p:cBhvr>
                                      <p:tavLst>
                                        <p:tav tm="0">
                                          <p:val>
                                            <p:strVal val="#ppt_x"/>
                                          </p:val>
                                        </p:tav>
                                        <p:tav tm="100000">
                                          <p:val>
                                            <p:strVal val="#ppt_x"/>
                                          </p:val>
                                        </p:tav>
                                      </p:tavLst>
                                    </p:anim>
                                    <p:anim calcmode="lin" valueType="num">
                                      <p:cBhvr additive="base">
                                        <p:cTn id="8" dur="500" fill="hold"/>
                                        <p:tgtEl>
                                          <p:spTgt spid="9"/>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12"/>
                                        </p:tgtEl>
                                        <p:attrNameLst>
                                          <p:attrName>style.visibility</p:attrName>
                                        </p:attrNameLst>
                                      </p:cBhvr>
                                      <p:to>
                                        <p:strVal val="visible"/>
                                      </p:to>
                                    </p:set>
                                    <p:anim calcmode="lin" valueType="num">
                                      <p:cBhvr additive="base">
                                        <p:cTn id="13" dur="500" fill="hold"/>
                                        <p:tgtEl>
                                          <p:spTgt spid="12"/>
                                        </p:tgtEl>
                                        <p:attrNameLst>
                                          <p:attrName>ppt_x</p:attrName>
                                        </p:attrNameLst>
                                      </p:cBhvr>
                                      <p:tavLst>
                                        <p:tav tm="0">
                                          <p:val>
                                            <p:strVal val="#ppt_x"/>
                                          </p:val>
                                        </p:tav>
                                        <p:tav tm="100000">
                                          <p:val>
                                            <p:strVal val="#ppt_x"/>
                                          </p:val>
                                        </p:tav>
                                      </p:tavLst>
                                    </p:anim>
                                    <p:anim calcmode="lin" valueType="num">
                                      <p:cBhvr additive="base">
                                        <p:cTn id="14" dur="500" fill="hold"/>
                                        <p:tgtEl>
                                          <p:spTgt spid="12"/>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P spid="13" grpId="1"/>
    </p:bldLst>
  </p:timing>
</p:sld>
</file>

<file path=ppt/slides/slide51.xml><?xml version="1.0" encoding="utf-8"?>
<p:sld xmlns:a="http://schemas.openxmlformats.org/drawingml/2006/main" xmlns:r="http://schemas.openxmlformats.org/officeDocument/2006/relationships" xmlns:p="http://schemas.openxmlformats.org/presentationml/2006/main">
  <p:cSld>
    <p:bg>
      <p:bgPr>
        <a:blipFill>
          <a:blip r:embed="rId3"/>
          <a:tile tx="0" ty="0" sx="100000" sy="100000" flip="none" algn="tl"/>
        </a:blipFill>
        <a:effectLst/>
      </p:bgPr>
    </p:bg>
    <p:spTree>
      <p:nvGrpSpPr>
        <p:cNvPr id="1" name=""/>
        <p:cNvGrpSpPr/>
        <p:nvPr/>
      </p:nvGrpSpPr>
      <p:grpSpPr>
        <a:xfrm>
          <a:off x="0" y="0"/>
          <a:ext cx="0" cy="0"/>
          <a:chOff x="0" y="0"/>
          <a:chExt cx="0" cy="0"/>
        </a:xfrm>
      </p:grpSpPr>
      <p:sp>
        <p:nvSpPr>
          <p:cNvPr id="5124" name="矩形 7"/>
          <p:cNvSpPr/>
          <p:nvPr/>
        </p:nvSpPr>
        <p:spPr>
          <a:xfrm>
            <a:off x="3744155" y="3141972"/>
            <a:ext cx="4968660" cy="769441"/>
          </a:xfrm>
          <a:prstGeom prst="rect">
            <a:avLst/>
          </a:prstGeom>
          <a:noFill/>
          <a:ln w="9525">
            <a:noFill/>
          </a:ln>
        </p:spPr>
        <p:txBody>
          <a:bodyPr wrap="square">
            <a:spAutoFit/>
          </a:bodyPr>
          <a:lstStyle>
            <a:lvl1pPr marL="342900" lvl="0" indent="-342900" algn="l" defTabSz="914400" eaLnBrk="1" fontAlgn="base" latinLnBrk="0" hangingPunct="1">
              <a:lnSpc>
                <a:spcPct val="100000"/>
              </a:lnSpc>
              <a:spcBef>
                <a:spcPct val="20000"/>
              </a:spcBef>
              <a:buFont typeface="Arial" panose="020B0604020202020204" pitchFamily="34" charset="0"/>
              <a:buChar char="•"/>
              <a:defRPr sz="3200" kern="1200">
                <a:solidFill>
                  <a:schemeClr val="tx1"/>
                </a:solidFill>
                <a:latin typeface="Calibri" panose="020F0502020204030204" charset="0"/>
                <a:ea typeface="宋体" panose="02010600030101010101" pitchFamily="2" charset="-122"/>
                <a:sym typeface="Calibri" panose="020F0502020204030204" charset="0"/>
              </a:defRPr>
            </a:lvl1pPr>
            <a:lvl2pPr marL="742950" lvl="1" indent="-285750" algn="l" defTabSz="914400" eaLnBrk="1" fontAlgn="base" latinLnBrk="0" hangingPunct="1">
              <a:lnSpc>
                <a:spcPct val="100000"/>
              </a:lnSpc>
              <a:spcBef>
                <a:spcPct val="20000"/>
              </a:spcBef>
              <a:buFont typeface="Arial" panose="020B0604020202020204" pitchFamily="34" charset="0"/>
              <a:buChar char="–"/>
              <a:defRPr sz="2800" kern="1200">
                <a:solidFill>
                  <a:schemeClr val="tx1"/>
                </a:solidFill>
                <a:latin typeface="Calibri" panose="020F0502020204030204" charset="0"/>
                <a:ea typeface="宋体" panose="02010600030101010101" pitchFamily="2" charset="-122"/>
                <a:cs typeface="+mn-cs"/>
                <a:sym typeface="Calibri" panose="020F0502020204030204" charset="0"/>
              </a:defRPr>
            </a:lvl2pPr>
            <a:lvl3pPr marL="1143000" lvl="2" indent="-228600" algn="l" defTabSz="914400" eaLnBrk="1" fontAlgn="base" latinLnBrk="0" hangingPunct="1">
              <a:lnSpc>
                <a:spcPct val="100000"/>
              </a:lnSpc>
              <a:spcBef>
                <a:spcPct val="20000"/>
              </a:spcBef>
              <a:buFont typeface="Arial" panose="020B0604020202020204" pitchFamily="34" charset="0"/>
              <a:buChar char="•"/>
              <a:defRPr sz="2400" kern="1200">
                <a:solidFill>
                  <a:schemeClr val="tx1"/>
                </a:solidFill>
                <a:latin typeface="Calibri" panose="020F0502020204030204" charset="0"/>
                <a:ea typeface="宋体" panose="02010600030101010101" pitchFamily="2" charset="-122"/>
                <a:cs typeface="+mn-cs"/>
                <a:sym typeface="Calibri" panose="020F0502020204030204" charset="0"/>
              </a:defRPr>
            </a:lvl3pPr>
            <a:lvl4pPr marL="1600200" lvl="3" indent="-228600" algn="l" defTabSz="914400" eaLnBrk="1" fontAlgn="base" latinLnBrk="0" hangingPunct="1">
              <a:lnSpc>
                <a:spcPct val="100000"/>
              </a:lnSpc>
              <a:spcBef>
                <a:spcPct val="20000"/>
              </a:spcBef>
              <a:buFont typeface="Arial" panose="020B0604020202020204" pitchFamily="34" charset="0"/>
              <a:buChar char="–"/>
              <a:defRPr sz="2000" kern="1200">
                <a:solidFill>
                  <a:schemeClr val="tx1"/>
                </a:solidFill>
                <a:latin typeface="Calibri" panose="020F0502020204030204" charset="0"/>
                <a:ea typeface="宋体" panose="02010600030101010101" pitchFamily="2" charset="-122"/>
                <a:cs typeface="+mn-cs"/>
                <a:sym typeface="Calibri" panose="020F0502020204030204" charset="0"/>
              </a:defRPr>
            </a:lvl4pPr>
            <a:lvl5pPr marL="2057400" lvl="4" indent="-228600" algn="l" defTabSz="914400" eaLnBrk="1" fontAlgn="base" latinLnBrk="0" hangingPunct="1">
              <a:lnSpc>
                <a:spcPct val="100000"/>
              </a:lnSpc>
              <a:spcBef>
                <a:spcPct val="20000"/>
              </a:spcBef>
              <a:buFont typeface="Arial" panose="020B0604020202020204" pitchFamily="34" charset="0"/>
              <a:buChar char="»"/>
              <a:defRPr sz="2000" kern="1200">
                <a:solidFill>
                  <a:schemeClr val="tx1"/>
                </a:solidFill>
                <a:latin typeface="Calibri" panose="020F0502020204030204" charset="0"/>
                <a:ea typeface="宋体" panose="02010600030101010101" pitchFamily="2" charset="-122"/>
                <a:cs typeface="+mn-cs"/>
                <a:sym typeface="Calibri" panose="020F0502020204030204" charset="0"/>
              </a:defRPr>
            </a:lvl5pPr>
          </a:lstStyle>
          <a:p>
            <a:pPr marL="0" lvl="0" indent="0" defTabSz="914400">
              <a:spcBef>
                <a:spcPct val="0"/>
              </a:spcBef>
              <a:buFont typeface="Arial" panose="020B0604020202020204" pitchFamily="34" charset="0"/>
              <a:buNone/>
            </a:pPr>
            <a:r>
              <a:rPr lang="zh-CN" altLang="en-US" sz="4400" b="1">
                <a:solidFill>
                  <a:srgbClr val="1115C3"/>
                </a:solidFill>
                <a:latin typeface="微软雅黑" panose="020B0503020204020204" pitchFamily="2" charset="-122"/>
                <a:ea typeface="微软雅黑" panose="020B0503020204020204" pitchFamily="2" charset="-122"/>
                <a:sym typeface="微软雅黑" panose="020B0503020204020204" pitchFamily="2" charset="-122"/>
              </a:rPr>
              <a:t>本章就讲到这里</a:t>
            </a:r>
            <a:endParaRPr lang="zh-CN" altLang="en-US" sz="4400" b="1" dirty="0">
              <a:solidFill>
                <a:srgbClr val="1115C3"/>
              </a:solidFill>
              <a:latin typeface="微软雅黑" panose="020B0503020204020204" pitchFamily="2" charset="-122"/>
              <a:ea typeface="微软雅黑" panose="020B0503020204020204" pitchFamily="2" charset="-122"/>
              <a:sym typeface="微软雅黑" panose="020B0503020204020204" pitchFamily="2" charset="-122"/>
            </a:endParaRPr>
          </a:p>
        </p:txBody>
      </p:sp>
      <p:sp>
        <p:nvSpPr>
          <p:cNvPr id="2" name="矩形 1"/>
          <p:cNvSpPr/>
          <p:nvPr/>
        </p:nvSpPr>
        <p:spPr>
          <a:xfrm>
            <a:off x="358964" y="1340855"/>
            <a:ext cx="5574030" cy="583565"/>
          </a:xfrm>
          <a:prstGeom prst="rect">
            <a:avLst/>
          </a:prstGeom>
        </p:spPr>
        <p:txBody>
          <a:bodyPr wrap="none">
            <a:spAutoFit/>
          </a:bodyPr>
          <a:lstStyle/>
          <a:p>
            <a:pPr algn="l"/>
            <a:r>
              <a:rPr lang="zh-CN" altLang="en-US" sz="3200" b="1">
                <a:solidFill>
                  <a:srgbClr val="3399FF"/>
                </a:solidFill>
              </a:rPr>
              <a:t>第</a:t>
            </a:r>
            <a:r>
              <a:rPr lang="en-US" altLang="zh-CN" sz="3200" b="1">
                <a:solidFill>
                  <a:srgbClr val="3399FF"/>
                </a:solidFill>
              </a:rPr>
              <a:t>5</a:t>
            </a:r>
            <a:r>
              <a:rPr lang="zh-CN" altLang="en-US" sz="3200" b="1">
                <a:solidFill>
                  <a:srgbClr val="3399FF"/>
                </a:solidFill>
              </a:rPr>
              <a:t>章 </a:t>
            </a:r>
            <a:r>
              <a:rPr sz="3200" b="1">
                <a:solidFill>
                  <a:srgbClr val="3399FF"/>
                </a:solidFill>
              </a:rPr>
              <a:t>综合分析及Python评价</a:t>
            </a:r>
          </a:p>
        </p:txBody>
      </p:sp>
      <p:sp>
        <p:nvSpPr>
          <p:cNvPr id="6" name="矩形 5"/>
          <p:cNvSpPr/>
          <p:nvPr/>
        </p:nvSpPr>
        <p:spPr>
          <a:xfrm>
            <a:off x="4066491" y="4361034"/>
            <a:ext cx="3685624" cy="646331"/>
          </a:xfrm>
          <a:prstGeom prst="rect">
            <a:avLst/>
          </a:prstGeom>
        </p:spPr>
        <p:txBody>
          <a:bodyPr wrap="none">
            <a:spAutoFit/>
          </a:bodyPr>
          <a:lstStyle/>
          <a:p>
            <a:r>
              <a:rPr lang="zh-CN" altLang="en-US" sz="3600">
                <a:solidFill>
                  <a:srgbClr val="002060"/>
                </a:solidFill>
              </a:rPr>
              <a:t>谢谢大家的听讲</a:t>
            </a:r>
            <a:r>
              <a:rPr lang="en-US" altLang="zh-CN" sz="3600">
                <a:solidFill>
                  <a:srgbClr val="002060"/>
                </a:solidFill>
              </a:rPr>
              <a:t>~</a:t>
            </a:r>
            <a:endParaRPr lang="zh-CN" altLang="en-US" sz="3600">
              <a:solidFill>
                <a:srgbClr val="002060"/>
              </a:solidFill>
            </a:endParaRPr>
          </a:p>
        </p:txBody>
      </p:sp>
    </p:spTree>
  </p:cSld>
  <p:clrMapOvr>
    <a:masterClrMapping/>
  </p:clrMapOvr>
  <p:transition/>
</p:sld>
</file>

<file path=ppt/tags/tag1.xml><?xml version="1.0" encoding="utf-8"?>
<p:tagLst xmlns:a="http://schemas.openxmlformats.org/drawingml/2006/main" xmlns:r="http://schemas.openxmlformats.org/officeDocument/2006/relationships" xmlns:p="http://schemas.openxmlformats.org/presentationml/2006/main">
  <p:tag name="KSO_WPP_MARK_KEY" val="3bbaf4d8-aa22-4071-b73d-604c740bef3b"/>
  <p:tag name="COMMONDATA" val="eyJoZGlkIjoiZjZiNTVmYWQxZDAwNTY5YjQ0ZjYxYTE3OGU0OTdhODEifQ=="/>
</p:tagLst>
</file>

<file path=ppt/tags/tag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7.xml><?xml version="1.0" encoding="utf-8"?>
<p:tagLst xmlns:a="http://schemas.openxmlformats.org/drawingml/2006/main" xmlns:r="http://schemas.openxmlformats.org/officeDocument/2006/relationships" xmlns:p="http://schemas.openxmlformats.org/presentationml/2006/main">
  <p:tag name="KSO_WM_BEAUTIFY_FLAG" val=""/>
</p:tagLst>
</file>

<file path=ppt/theme/theme1.xml><?xml version="1.0" encoding="utf-8"?>
<a:theme xmlns:a="http://schemas.openxmlformats.org/drawingml/2006/main" name="自定义设计方案">
  <a:themeElements>
    <a:clrScheme name="">
      <a:dk1>
        <a:srgbClr val="000000"/>
      </a:dk1>
      <a:lt1>
        <a:srgbClr val="FFFFFF"/>
      </a:lt1>
      <a:dk2>
        <a:srgbClr val="1F497D"/>
      </a:dk2>
      <a:lt2>
        <a:srgbClr val="EEECE1"/>
      </a:lt2>
      <a:accent1>
        <a:srgbClr val="4F81BD"/>
      </a:accent1>
      <a:accent2>
        <a:srgbClr val="C0504D"/>
      </a:accent2>
      <a:accent3>
        <a:srgbClr val="FFFFFF"/>
      </a:accent3>
      <a:accent4>
        <a:srgbClr val="000000"/>
      </a:accent4>
      <a:accent5>
        <a:srgbClr val="B3C1DA"/>
      </a:accent5>
      <a:accent6>
        <a:srgbClr val="AC4744"/>
      </a:accent6>
      <a:hlink>
        <a:srgbClr val="0000FF"/>
      </a:hlink>
      <a:folHlink>
        <a:srgbClr val="800080"/>
      </a:folHlink>
    </a:clrScheme>
    <a:fontScheme name="">
      <a:majorFont>
        <a:latin typeface="Calibri"/>
        <a:ea typeface="宋体"/>
        <a:cs typeface=""/>
      </a:majorFont>
      <a:minorFont>
        <a:latin typeface="Calibri"/>
        <a:ea typeface="宋体"/>
        <a:cs typeface=""/>
      </a:minorFont>
    </a:fontScheme>
    <a:fmtScheme name="Office 2007-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atMod val="350000"/>
                <a:shade val="99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3_自定义设计方案">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2_自定义设计方案">
  <a:themeElements>
    <a:clrScheme name="">
      <a:dk1>
        <a:srgbClr val="000000"/>
      </a:dk1>
      <a:lt1>
        <a:srgbClr val="FFFFFF"/>
      </a:lt1>
      <a:dk2>
        <a:srgbClr val="1F497D"/>
      </a:dk2>
      <a:lt2>
        <a:srgbClr val="EEECE1"/>
      </a:lt2>
      <a:accent1>
        <a:srgbClr val="4F81BD"/>
      </a:accent1>
      <a:accent2>
        <a:srgbClr val="C0504D"/>
      </a:accent2>
      <a:accent3>
        <a:srgbClr val="FFFFFF"/>
      </a:accent3>
      <a:accent4>
        <a:srgbClr val="000000"/>
      </a:accent4>
      <a:accent5>
        <a:srgbClr val="B3C1DA"/>
      </a:accent5>
      <a:accent6>
        <a:srgbClr val="AC4744"/>
      </a:accent6>
      <a:hlink>
        <a:srgbClr val="0000FF"/>
      </a:hlink>
      <a:folHlink>
        <a:srgbClr val="800080"/>
      </a:folHlink>
    </a:clrScheme>
    <a:fontScheme name="">
      <a:majorFont>
        <a:latin typeface="Calibri"/>
        <a:ea typeface="宋体"/>
        <a:cs typeface=""/>
      </a:majorFont>
      <a:minorFont>
        <a:latin typeface="Calibri"/>
        <a:ea typeface="宋体"/>
        <a:cs typeface=""/>
      </a:minorFont>
    </a:fontScheme>
    <a:fmtScheme name="Office 2007-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atMod val="350000"/>
                <a:shade val="99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1_自定义设计方案">
  <a:themeElements>
    <a:clrScheme name="">
      <a:dk1>
        <a:srgbClr val="000000"/>
      </a:dk1>
      <a:lt1>
        <a:srgbClr val="FFFFFF"/>
      </a:lt1>
      <a:dk2>
        <a:srgbClr val="1F497D"/>
      </a:dk2>
      <a:lt2>
        <a:srgbClr val="EEECE1"/>
      </a:lt2>
      <a:accent1>
        <a:srgbClr val="4F81BD"/>
      </a:accent1>
      <a:accent2>
        <a:srgbClr val="C0504D"/>
      </a:accent2>
      <a:accent3>
        <a:srgbClr val="FFFFFF"/>
      </a:accent3>
      <a:accent4>
        <a:srgbClr val="000000"/>
      </a:accent4>
      <a:accent5>
        <a:srgbClr val="B3C1DA"/>
      </a:accent5>
      <a:accent6>
        <a:srgbClr val="AC4744"/>
      </a:accent6>
      <a:hlink>
        <a:srgbClr val="0000FF"/>
      </a:hlink>
      <a:folHlink>
        <a:srgbClr val="800080"/>
      </a:folHlink>
    </a:clrScheme>
    <a:fontScheme name="">
      <a:majorFont>
        <a:latin typeface="Calibri"/>
        <a:ea typeface="宋体"/>
        <a:cs typeface=""/>
      </a:majorFont>
      <a:minorFont>
        <a:latin typeface="Calibri"/>
        <a:ea typeface="宋体"/>
        <a:cs typeface=""/>
      </a:minorFont>
    </a:fontScheme>
    <a:fmtScheme name="Office 2007-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atMod val="350000"/>
                <a:shade val="99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TotalTime>
  <Words>1334</Words>
  <Application>Microsoft Macintosh PowerPoint</Application>
  <PresentationFormat>宽屏</PresentationFormat>
  <Paragraphs>210</Paragraphs>
  <Slides>51</Slides>
  <Notes>51</Notes>
  <HiddenSlides>0</HiddenSlides>
  <MMClips>0</MMClips>
  <ScaleCrop>false</ScaleCrop>
  <HeadingPairs>
    <vt:vector size="6" baseType="variant">
      <vt:variant>
        <vt:lpstr>已用的字体</vt:lpstr>
      </vt:variant>
      <vt:variant>
        <vt:i4>7</vt:i4>
      </vt:variant>
      <vt:variant>
        <vt:lpstr>主题</vt:lpstr>
      </vt:variant>
      <vt:variant>
        <vt:i4>4</vt:i4>
      </vt:variant>
      <vt:variant>
        <vt:lpstr>幻灯片标题</vt:lpstr>
      </vt:variant>
      <vt:variant>
        <vt:i4>51</vt:i4>
      </vt:variant>
    </vt:vector>
  </HeadingPairs>
  <TitlesOfParts>
    <vt:vector size="62" baseType="lpstr">
      <vt:lpstr>宋体</vt:lpstr>
      <vt:lpstr>微软雅黑</vt:lpstr>
      <vt:lpstr>Arial</vt:lpstr>
      <vt:lpstr>Calibri</vt:lpstr>
      <vt:lpstr>Calibri Light</vt:lpstr>
      <vt:lpstr>Times New Roman</vt:lpstr>
      <vt:lpstr>Wingdings</vt:lpstr>
      <vt:lpstr>自定义设计方案</vt:lpstr>
      <vt:lpstr>3_自定义设计方案</vt:lpstr>
      <vt:lpstr>2_自定义设计方案</vt:lpstr>
      <vt:lpstr>1_自定义设计方案</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你随便坐  我学学 做</dc:title>
  <dc:creator>Course contributors</dc:creator>
  <cp:lastModifiedBy>Course contributors</cp:lastModifiedBy>
  <cp:revision>198</cp:revision>
  <dcterms:created xsi:type="dcterms:W3CDTF">2015-05-24T15:13:00Z</dcterms:created>
  <dcterms:modified xsi:type="dcterms:W3CDTF">2025-03-05T03:00:29Z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2052-11.1.0.14309</vt:lpwstr>
  </property>
  <property fmtid="{D5CDD505-2E9C-101B-9397-08002B2CF9AE}" pid="3" name="ICV">
    <vt:lpwstr>087242CAC8CC4750946518CD4EAE3618_12</vt:lpwstr>
  </property>
</Properties>
</file>